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33" r:id="rId1"/>
  </p:sldMasterIdLst>
  <p:sldIdLst>
    <p:sldId id="256" r:id="rId2"/>
    <p:sldId id="295" r:id="rId3"/>
    <p:sldId id="284" r:id="rId4"/>
    <p:sldId id="257" r:id="rId5"/>
    <p:sldId id="286" r:id="rId6"/>
    <p:sldId id="258" r:id="rId7"/>
    <p:sldId id="287" r:id="rId8"/>
    <p:sldId id="288" r:id="rId9"/>
    <p:sldId id="289" r:id="rId10"/>
    <p:sldId id="290" r:id="rId11"/>
    <p:sldId id="291" r:id="rId12"/>
    <p:sldId id="294" r:id="rId13"/>
    <p:sldId id="293"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nishmithaperdoor@gmail.com" initials="n" lastIdx="1" clrIdx="0">
    <p:extLst>
      <p:ext uri="{19B8F6BF-5375-455C-9EA6-DF929625EA0E}">
        <p15:presenceInfo xmlns:p15="http://schemas.microsoft.com/office/powerpoint/2012/main" userId="62bbed67bb7a999a"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6" d="100"/>
          <a:sy n="66" d="100"/>
        </p:scale>
        <p:origin x="668"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129BACB-5749-4CB2-A354-CD69E572B7A4}" type="datetimeFigureOut">
              <a:rPr lang="en-IN" smtClean="0"/>
              <a:t>08-04-2022</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94F96EA7-EB57-4E57-AC98-A7BBA7CEC61D}" type="slidenum">
              <a:rPr lang="en-IN" smtClean="0"/>
              <a:t>‹#›</a:t>
            </a:fld>
            <a:endParaRPr lang="en-IN" dirty="0"/>
          </a:p>
        </p:txBody>
      </p:sp>
    </p:spTree>
    <p:extLst>
      <p:ext uri="{BB962C8B-B14F-4D97-AF65-F5344CB8AC3E}">
        <p14:creationId xmlns:p14="http://schemas.microsoft.com/office/powerpoint/2010/main" val="32506326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129BACB-5749-4CB2-A354-CD69E572B7A4}" type="datetimeFigureOut">
              <a:rPr lang="en-IN" smtClean="0"/>
              <a:t>08-04-2022</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94F96EA7-EB57-4E57-AC98-A7BBA7CEC61D}" type="slidenum">
              <a:rPr lang="en-IN" smtClean="0"/>
              <a:t>‹#›</a:t>
            </a:fld>
            <a:endParaRPr lang="en-IN" dirty="0"/>
          </a:p>
        </p:txBody>
      </p:sp>
    </p:spTree>
    <p:extLst>
      <p:ext uri="{BB962C8B-B14F-4D97-AF65-F5344CB8AC3E}">
        <p14:creationId xmlns:p14="http://schemas.microsoft.com/office/powerpoint/2010/main" val="12574723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129BACB-5749-4CB2-A354-CD69E572B7A4}" type="datetimeFigureOut">
              <a:rPr lang="en-IN" smtClean="0"/>
              <a:t>08-04-2022</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94F96EA7-EB57-4E57-AC98-A7BBA7CEC61D}" type="slidenum">
              <a:rPr lang="en-IN" smtClean="0"/>
              <a:t>‹#›</a:t>
            </a:fld>
            <a:endParaRPr lang="en-IN" dirty="0"/>
          </a:p>
        </p:txBody>
      </p:sp>
    </p:spTree>
    <p:extLst>
      <p:ext uri="{BB962C8B-B14F-4D97-AF65-F5344CB8AC3E}">
        <p14:creationId xmlns:p14="http://schemas.microsoft.com/office/powerpoint/2010/main" val="17963763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129BACB-5749-4CB2-A354-CD69E572B7A4}" type="datetimeFigureOut">
              <a:rPr lang="en-IN" smtClean="0"/>
              <a:t>08-04-2022</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94F96EA7-EB57-4E57-AC98-A7BBA7CEC61D}" type="slidenum">
              <a:rPr lang="en-IN" smtClean="0"/>
              <a:t>‹#›</a:t>
            </a:fld>
            <a:endParaRPr lang="en-IN" dirty="0"/>
          </a:p>
        </p:txBody>
      </p:sp>
    </p:spTree>
    <p:extLst>
      <p:ext uri="{BB962C8B-B14F-4D97-AF65-F5344CB8AC3E}">
        <p14:creationId xmlns:p14="http://schemas.microsoft.com/office/powerpoint/2010/main" val="6626750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129BACB-5749-4CB2-A354-CD69E572B7A4}" type="datetimeFigureOut">
              <a:rPr lang="en-IN" smtClean="0"/>
              <a:t>08-04-2022</a:t>
            </a:fld>
            <a:endParaRPr lang="en-IN" dirty="0"/>
          </a:p>
        </p:txBody>
      </p:sp>
      <p:sp>
        <p:nvSpPr>
          <p:cNvPr id="8" name="Footer Placeholder 7"/>
          <p:cNvSpPr>
            <a:spLocks noGrp="1"/>
          </p:cNvSpPr>
          <p:nvPr>
            <p:ph type="ftr" sz="quarter" idx="11"/>
          </p:nvPr>
        </p:nvSpPr>
        <p:spPr/>
        <p:txBody>
          <a:bodyPr/>
          <a:lstStyle/>
          <a:p>
            <a:endParaRPr lang="en-IN" dirty="0"/>
          </a:p>
        </p:txBody>
      </p:sp>
      <p:sp>
        <p:nvSpPr>
          <p:cNvPr id="9" name="Slide Number Placeholder 8"/>
          <p:cNvSpPr>
            <a:spLocks noGrp="1"/>
          </p:cNvSpPr>
          <p:nvPr>
            <p:ph type="sldNum" sz="quarter" idx="12"/>
          </p:nvPr>
        </p:nvSpPr>
        <p:spPr/>
        <p:txBody>
          <a:bodyPr/>
          <a:lstStyle/>
          <a:p>
            <a:fld id="{94F96EA7-EB57-4E57-AC98-A7BBA7CEC61D}" type="slidenum">
              <a:rPr lang="en-IN" smtClean="0"/>
              <a:t>‹#›</a:t>
            </a:fld>
            <a:endParaRPr lang="en-IN" dirty="0"/>
          </a:p>
        </p:txBody>
      </p:sp>
    </p:spTree>
    <p:extLst>
      <p:ext uri="{BB962C8B-B14F-4D97-AF65-F5344CB8AC3E}">
        <p14:creationId xmlns:p14="http://schemas.microsoft.com/office/powerpoint/2010/main" val="30050245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9129BACB-5749-4CB2-A354-CD69E572B7A4}" type="datetimeFigureOut">
              <a:rPr lang="en-IN" smtClean="0"/>
              <a:t>08-04-2022</a:t>
            </a:fld>
            <a:endParaRPr lang="en-IN" dirty="0"/>
          </a:p>
        </p:txBody>
      </p:sp>
      <p:sp>
        <p:nvSpPr>
          <p:cNvPr id="5" name="Footer Placeholder 3"/>
          <p:cNvSpPr>
            <a:spLocks noGrp="1"/>
          </p:cNvSpPr>
          <p:nvPr>
            <p:ph type="ftr" sz="quarter" idx="11"/>
          </p:nvPr>
        </p:nvSpPr>
        <p:spPr/>
        <p:txBody>
          <a:bodyPr/>
          <a:lstStyle/>
          <a:p>
            <a:endParaRPr lang="en-IN" dirty="0"/>
          </a:p>
        </p:txBody>
      </p:sp>
      <p:sp>
        <p:nvSpPr>
          <p:cNvPr id="6" name="Slide Number Placeholder 4"/>
          <p:cNvSpPr>
            <a:spLocks noGrp="1"/>
          </p:cNvSpPr>
          <p:nvPr>
            <p:ph type="sldNum" sz="quarter" idx="12"/>
          </p:nvPr>
        </p:nvSpPr>
        <p:spPr/>
        <p:txBody>
          <a:bodyPr/>
          <a:lstStyle/>
          <a:p>
            <a:fld id="{94F96EA7-EB57-4E57-AC98-A7BBA7CEC61D}" type="slidenum">
              <a:rPr lang="en-IN" smtClean="0"/>
              <a:t>‹#›</a:t>
            </a:fld>
            <a:endParaRPr lang="en-IN" dirty="0"/>
          </a:p>
        </p:txBody>
      </p:sp>
    </p:spTree>
    <p:extLst>
      <p:ext uri="{BB962C8B-B14F-4D97-AF65-F5344CB8AC3E}">
        <p14:creationId xmlns:p14="http://schemas.microsoft.com/office/powerpoint/2010/main" val="42684012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9129BACB-5749-4CB2-A354-CD69E572B7A4}" type="datetimeFigureOut">
              <a:rPr lang="en-IN" smtClean="0"/>
              <a:t>08-04-2022</a:t>
            </a:fld>
            <a:endParaRPr lang="en-IN" dirty="0"/>
          </a:p>
        </p:txBody>
      </p:sp>
      <p:sp>
        <p:nvSpPr>
          <p:cNvPr id="5" name="Footer Placeholder 2"/>
          <p:cNvSpPr>
            <a:spLocks noGrp="1"/>
          </p:cNvSpPr>
          <p:nvPr>
            <p:ph type="ftr" sz="quarter" idx="11"/>
          </p:nvPr>
        </p:nvSpPr>
        <p:spPr/>
        <p:txBody>
          <a:bodyPr/>
          <a:lstStyle/>
          <a:p>
            <a:endParaRPr lang="en-IN" dirty="0"/>
          </a:p>
        </p:txBody>
      </p:sp>
      <p:sp>
        <p:nvSpPr>
          <p:cNvPr id="6" name="Slide Number Placeholder 3"/>
          <p:cNvSpPr>
            <a:spLocks noGrp="1"/>
          </p:cNvSpPr>
          <p:nvPr>
            <p:ph type="sldNum" sz="quarter" idx="12"/>
          </p:nvPr>
        </p:nvSpPr>
        <p:spPr/>
        <p:txBody>
          <a:bodyPr/>
          <a:lstStyle/>
          <a:p>
            <a:fld id="{94F96EA7-EB57-4E57-AC98-A7BBA7CEC61D}" type="slidenum">
              <a:rPr lang="en-IN" smtClean="0"/>
              <a:t>‹#›</a:t>
            </a:fld>
            <a:endParaRPr lang="en-IN" dirty="0"/>
          </a:p>
        </p:txBody>
      </p:sp>
    </p:spTree>
    <p:extLst>
      <p:ext uri="{BB962C8B-B14F-4D97-AF65-F5344CB8AC3E}">
        <p14:creationId xmlns:p14="http://schemas.microsoft.com/office/powerpoint/2010/main" val="18322699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3401063"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5" y="3129280"/>
            <a:ext cx="3401062"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9129BACB-5749-4CB2-A354-CD69E572B7A4}" type="datetimeFigureOut">
              <a:rPr lang="en-IN" smtClean="0"/>
              <a:t>08-04-2022</a:t>
            </a:fld>
            <a:endParaRPr lang="en-IN" dirty="0"/>
          </a:p>
        </p:txBody>
      </p:sp>
      <p:sp>
        <p:nvSpPr>
          <p:cNvPr id="5" name="Footer Placeholder 5"/>
          <p:cNvSpPr>
            <a:spLocks noGrp="1"/>
          </p:cNvSpPr>
          <p:nvPr>
            <p:ph type="ftr" sz="quarter" idx="11"/>
          </p:nvPr>
        </p:nvSpPr>
        <p:spPr/>
        <p:txBody>
          <a:bodyPr/>
          <a:lstStyle/>
          <a:p>
            <a:endParaRPr lang="en-IN" dirty="0"/>
          </a:p>
        </p:txBody>
      </p:sp>
      <p:sp>
        <p:nvSpPr>
          <p:cNvPr id="6" name="Slide Number Placeholder 6"/>
          <p:cNvSpPr>
            <a:spLocks noGrp="1"/>
          </p:cNvSpPr>
          <p:nvPr>
            <p:ph type="sldNum" sz="quarter" idx="12"/>
          </p:nvPr>
        </p:nvSpPr>
        <p:spPr/>
        <p:txBody>
          <a:bodyPr/>
          <a:lstStyle/>
          <a:p>
            <a:fld id="{94F96EA7-EB57-4E57-AC98-A7BBA7CEC61D}" type="slidenum">
              <a:rPr lang="en-IN" smtClean="0"/>
              <a:t>‹#›</a:t>
            </a:fld>
            <a:endParaRPr lang="en-IN" dirty="0"/>
          </a:p>
        </p:txBody>
      </p:sp>
    </p:spTree>
    <p:extLst>
      <p:ext uri="{BB962C8B-B14F-4D97-AF65-F5344CB8AC3E}">
        <p14:creationId xmlns:p14="http://schemas.microsoft.com/office/powerpoint/2010/main" val="35630975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129BACB-5749-4CB2-A354-CD69E572B7A4}" type="datetimeFigureOut">
              <a:rPr lang="en-IN" smtClean="0"/>
              <a:t>08-04-2022</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94F96EA7-EB57-4E57-AC98-A7BBA7CEC61D}" type="slidenum">
              <a:rPr lang="en-IN" smtClean="0"/>
              <a:t>‹#›</a:t>
            </a:fld>
            <a:endParaRPr lang="en-IN" dirty="0"/>
          </a:p>
        </p:txBody>
      </p:sp>
    </p:spTree>
    <p:extLst>
      <p:ext uri="{BB962C8B-B14F-4D97-AF65-F5344CB8AC3E}">
        <p14:creationId xmlns:p14="http://schemas.microsoft.com/office/powerpoint/2010/main" val="6615497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799"/>
            <a:ext cx="8825658" cy="3640667"/>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129BACB-5749-4CB2-A354-CD69E572B7A4}" type="datetimeFigureOut">
              <a:rPr lang="en-IN" smtClean="0"/>
              <a:t>08-04-2022</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94F96EA7-EB57-4E57-AC98-A7BBA7CEC61D}" type="slidenum">
              <a:rPr lang="en-IN" smtClean="0"/>
              <a:t>‹#›</a:t>
            </a:fld>
            <a:endParaRPr lang="en-IN" dirty="0"/>
          </a:p>
        </p:txBody>
      </p:sp>
    </p:spTree>
    <p:extLst>
      <p:ext uri="{BB962C8B-B14F-4D97-AF65-F5344CB8AC3E}">
        <p14:creationId xmlns:p14="http://schemas.microsoft.com/office/powerpoint/2010/main" val="34706762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9129BACB-5749-4CB2-A354-CD69E572B7A4}" type="datetimeFigureOut">
              <a:rPr lang="en-IN" smtClean="0"/>
              <a:t>08-04-2022</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94F96EA7-EB57-4E57-AC98-A7BBA7CEC61D}" type="slidenum">
              <a:rPr lang="en-IN" smtClean="0"/>
              <a:t>‹#›</a:t>
            </a:fld>
            <a:endParaRPr lang="en-IN" dirty="0"/>
          </a:p>
        </p:txBody>
      </p:sp>
    </p:spTree>
    <p:extLst>
      <p:ext uri="{BB962C8B-B14F-4D97-AF65-F5344CB8AC3E}">
        <p14:creationId xmlns:p14="http://schemas.microsoft.com/office/powerpoint/2010/main" val="38011112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0" y="1447800"/>
            <a:ext cx="7999315" cy="2323374"/>
          </a:xfrm>
        </p:spPr>
        <p:txBody>
          <a:bodyPr/>
          <a:lstStyle>
            <a:lvl1pPr>
              <a:defRPr sz="4800"/>
            </a:lvl1pPr>
          </a:lstStyle>
          <a:p>
            <a:r>
              <a:rPr lang="en-US"/>
              <a:t>Click to edit Master title style</a:t>
            </a:r>
            <a:endParaRPr lang="en-US" dirty="0"/>
          </a:p>
        </p:txBody>
      </p:sp>
      <p:sp>
        <p:nvSpPr>
          <p:cNvPr id="14" name="Text Placeholder 3"/>
          <p:cNvSpPr>
            <a:spLocks noGrp="1"/>
          </p:cNvSpPr>
          <p:nvPr>
            <p:ph type="body" sz="half" idx="13"/>
          </p:nvPr>
        </p:nvSpPr>
        <p:spPr>
          <a:xfrm>
            <a:off x="1930400" y="3771174"/>
            <a:ext cx="7279649" cy="342174"/>
          </a:xfrm>
        </p:spPr>
        <p:txBody>
          <a:bodyPr anchor="t">
            <a:normAutofit/>
          </a:bodyPr>
          <a:lstStyle>
            <a:lvl1pPr marL="0" indent="0">
              <a:buNone/>
              <a:defRPr lang="en-US" sz="1400" b="0" i="0" kern="1200" cap="small" dirty="0">
                <a:solidFill>
                  <a:schemeClr val="accent1">
                    <a:lumMod val="60000"/>
                    <a:lumOff val="4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9129BACB-5749-4CB2-A354-CD69E572B7A4}" type="datetimeFigureOut">
              <a:rPr lang="en-IN" smtClean="0"/>
              <a:t>08-04-2022</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94F96EA7-EB57-4E57-AC98-A7BBA7CEC61D}" type="slidenum">
              <a:rPr lang="en-IN" smtClean="0"/>
              <a:t>‹#›</a:t>
            </a:fld>
            <a:endParaRPr lang="en-IN" dirty="0"/>
          </a:p>
        </p:txBody>
      </p:sp>
      <p:sp>
        <p:nvSpPr>
          <p:cNvPr id="12" name="TextBox 11"/>
          <p:cNvSpPr txBox="1"/>
          <p:nvPr/>
        </p:nvSpPr>
        <p:spPr>
          <a:xfrm>
            <a:off x="898295" y="971253"/>
            <a:ext cx="801912" cy="1969770"/>
          </a:xfrm>
          <a:prstGeom prst="rect">
            <a:avLst/>
          </a:prstGeom>
          <a:noFill/>
        </p:spPr>
        <p:txBody>
          <a:bodyPr wrap="square" rtlCol="0">
            <a:spAutoFit/>
          </a:bodyPr>
          <a:lstStyle/>
          <a:p>
            <a:pPr algn="r"/>
            <a:r>
              <a:rPr lang="en-US" sz="12200" b="0" i="0" dirty="0">
                <a:solidFill>
                  <a:schemeClr val="accent1">
                    <a:lumMod val="60000"/>
                    <a:lumOff val="40000"/>
                  </a:schemeClr>
                </a:solidFill>
                <a:latin typeface="Arial"/>
                <a:ea typeface="+mj-ea"/>
                <a:cs typeface="+mj-cs"/>
              </a:rPr>
              <a:t>“</a:t>
            </a:r>
          </a:p>
        </p:txBody>
      </p:sp>
      <p:sp>
        <p:nvSpPr>
          <p:cNvPr id="11" name="TextBox 10"/>
          <p:cNvSpPr txBox="1"/>
          <p:nvPr/>
        </p:nvSpPr>
        <p:spPr>
          <a:xfrm>
            <a:off x="9330490" y="2613787"/>
            <a:ext cx="801912" cy="1969770"/>
          </a:xfrm>
          <a:prstGeom prst="rect">
            <a:avLst/>
          </a:prstGeom>
          <a:noFill/>
        </p:spPr>
        <p:txBody>
          <a:bodyPr wrap="square" rtlCol="0">
            <a:spAutoFit/>
          </a:bodyPr>
          <a:lstStyle/>
          <a:p>
            <a:pPr algn="r"/>
            <a:r>
              <a:rPr lang="en-US" sz="12200" b="0" i="0" dirty="0">
                <a:solidFill>
                  <a:schemeClr val="accent1">
                    <a:lumMod val="60000"/>
                    <a:lumOff val="40000"/>
                  </a:schemeClr>
                </a:solidFill>
                <a:latin typeface="Arial"/>
                <a:ea typeface="+mj-ea"/>
                <a:cs typeface="+mj-cs"/>
              </a:rPr>
              <a:t>”</a:t>
            </a:r>
          </a:p>
        </p:txBody>
      </p:sp>
    </p:spTree>
    <p:extLst>
      <p:ext uri="{BB962C8B-B14F-4D97-AF65-F5344CB8AC3E}">
        <p14:creationId xmlns:p14="http://schemas.microsoft.com/office/powerpoint/2010/main" val="17860555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59"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129BACB-5749-4CB2-A354-CD69E572B7A4}" type="datetimeFigureOut">
              <a:rPr lang="en-IN" smtClean="0"/>
              <a:t>08-04-2022</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94F96EA7-EB57-4E57-AC98-A7BBA7CEC61D}" type="slidenum">
              <a:rPr lang="en-IN" smtClean="0"/>
              <a:t>‹#›</a:t>
            </a:fld>
            <a:endParaRPr lang="en-IN" dirty="0"/>
          </a:p>
        </p:txBody>
      </p:sp>
    </p:spTree>
    <p:extLst>
      <p:ext uri="{BB962C8B-B14F-4D97-AF65-F5344CB8AC3E}">
        <p14:creationId xmlns:p14="http://schemas.microsoft.com/office/powerpoint/2010/main" val="228226397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9129BACB-5749-4CB2-A354-CD69E572B7A4}" type="datetimeFigureOut">
              <a:rPr lang="en-IN" smtClean="0"/>
              <a:t>08-04-2022</a:t>
            </a:fld>
            <a:endParaRPr lang="en-IN" dirty="0"/>
          </a:p>
        </p:txBody>
      </p:sp>
      <p:sp>
        <p:nvSpPr>
          <p:cNvPr id="4"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94F96EA7-EB57-4E57-AC98-A7BBA7CEC61D}" type="slidenum">
              <a:rPr lang="en-IN" smtClean="0"/>
              <a:t>‹#›</a:t>
            </a:fld>
            <a:endParaRPr lang="en-IN" dirty="0"/>
          </a:p>
        </p:txBody>
      </p:sp>
    </p:spTree>
    <p:extLst>
      <p:ext uri="{BB962C8B-B14F-4D97-AF65-F5344CB8AC3E}">
        <p14:creationId xmlns:p14="http://schemas.microsoft.com/office/powerpoint/2010/main" val="1573188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9129BACB-5749-4CB2-A354-CD69E572B7A4}" type="datetimeFigureOut">
              <a:rPr lang="en-IN" smtClean="0"/>
              <a:t>08-04-2022</a:t>
            </a:fld>
            <a:endParaRPr lang="en-IN" dirty="0"/>
          </a:p>
        </p:txBody>
      </p:sp>
      <p:sp>
        <p:nvSpPr>
          <p:cNvPr id="4"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94F96EA7-EB57-4E57-AC98-A7BBA7CEC61D}" type="slidenum">
              <a:rPr lang="en-IN" smtClean="0"/>
              <a:t>‹#›</a:t>
            </a:fld>
            <a:endParaRPr lang="en-IN" dirty="0"/>
          </a:p>
        </p:txBody>
      </p:sp>
    </p:spTree>
    <p:extLst>
      <p:ext uri="{BB962C8B-B14F-4D97-AF65-F5344CB8AC3E}">
        <p14:creationId xmlns:p14="http://schemas.microsoft.com/office/powerpoint/2010/main" val="53893192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129BACB-5749-4CB2-A354-CD69E572B7A4}" type="datetimeFigureOut">
              <a:rPr lang="en-IN" smtClean="0"/>
              <a:t>08-04-2022</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94F96EA7-EB57-4E57-AC98-A7BBA7CEC61D}" type="slidenum">
              <a:rPr lang="en-IN" smtClean="0"/>
              <a:t>‹#›</a:t>
            </a:fld>
            <a:endParaRPr lang="en-IN" dirty="0"/>
          </a:p>
        </p:txBody>
      </p:sp>
    </p:spTree>
    <p:extLst>
      <p:ext uri="{BB962C8B-B14F-4D97-AF65-F5344CB8AC3E}">
        <p14:creationId xmlns:p14="http://schemas.microsoft.com/office/powerpoint/2010/main" val="84785724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129BACB-5749-4CB2-A354-CD69E572B7A4}" type="datetimeFigureOut">
              <a:rPr lang="en-IN" smtClean="0"/>
              <a:t>08-04-2022</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94F96EA7-EB57-4E57-AC98-A7BBA7CEC61D}" type="slidenum">
              <a:rPr lang="en-IN" smtClean="0"/>
              <a:t>‹#›</a:t>
            </a:fld>
            <a:endParaRPr lang="en-IN" dirty="0"/>
          </a:p>
        </p:txBody>
      </p:sp>
    </p:spTree>
    <p:extLst>
      <p:ext uri="{BB962C8B-B14F-4D97-AF65-F5344CB8AC3E}">
        <p14:creationId xmlns:p14="http://schemas.microsoft.com/office/powerpoint/2010/main" val="4094994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44"/>
          <a:stretch/>
        </p:blipFill>
        <p:spPr>
          <a:xfrm>
            <a:off x="0" y="2669685"/>
            <a:ext cx="4035669"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9012"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9129BACB-5749-4CB2-A354-CD69E572B7A4}" type="datetimeFigureOut">
              <a:rPr lang="en-IN" smtClean="0"/>
              <a:t>08-04-2022</a:t>
            </a:fld>
            <a:endParaRPr lang="en-IN"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IN" dirty="0"/>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94F96EA7-EB57-4E57-AC98-A7BBA7CEC61D}" type="slidenum">
              <a:rPr lang="en-IN" smtClean="0"/>
              <a:t>‹#›</a:t>
            </a:fld>
            <a:endParaRPr lang="en-IN" dirty="0"/>
          </a:p>
        </p:txBody>
      </p:sp>
    </p:spTree>
    <p:extLst>
      <p:ext uri="{BB962C8B-B14F-4D97-AF65-F5344CB8AC3E}">
        <p14:creationId xmlns:p14="http://schemas.microsoft.com/office/powerpoint/2010/main" val="279243426"/>
      </p:ext>
    </p:extLst>
  </p:cSld>
  <p:clrMap bg1="dk1" tx1="lt1" bg2="dk2" tx2="lt2" accent1="accent1" accent2="accent2" accent3="accent3" accent4="accent4" accent5="accent5" accent6="accent6" hlink="hlink" folHlink="folHlink"/>
  <p:sldLayoutIdLst>
    <p:sldLayoutId id="2147483834" r:id="rId1"/>
    <p:sldLayoutId id="2147483835" r:id="rId2"/>
    <p:sldLayoutId id="2147483836" r:id="rId3"/>
    <p:sldLayoutId id="2147483837" r:id="rId4"/>
    <p:sldLayoutId id="2147483838" r:id="rId5"/>
    <p:sldLayoutId id="2147483839" r:id="rId6"/>
    <p:sldLayoutId id="2147483840" r:id="rId7"/>
    <p:sldLayoutId id="2147483841" r:id="rId8"/>
    <p:sldLayoutId id="2147483842" r:id="rId9"/>
    <p:sldLayoutId id="2147483843" r:id="rId10"/>
    <p:sldLayoutId id="2147483844" r:id="rId11"/>
    <p:sldLayoutId id="2147483845" r:id="rId12"/>
    <p:sldLayoutId id="2147483846" r:id="rId13"/>
    <p:sldLayoutId id="2147483847" r:id="rId14"/>
    <p:sldLayoutId id="2147483848" r:id="rId15"/>
    <p:sldLayoutId id="2147483849" r:id="rId16"/>
    <p:sldLayoutId id="2147483850"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2150FE-5935-4462-A1DC-4A397B11E319}"/>
              </a:ext>
            </a:extLst>
          </p:cNvPr>
          <p:cNvSpPr>
            <a:spLocks noGrp="1"/>
          </p:cNvSpPr>
          <p:nvPr>
            <p:ph type="ctrTitle"/>
          </p:nvPr>
        </p:nvSpPr>
        <p:spPr/>
        <p:txBody>
          <a:bodyPr/>
          <a:lstStyle/>
          <a:p>
            <a:r>
              <a:rPr lang="en-US" sz="7200" b="1" dirty="0">
                <a:latin typeface="Algerian" panose="04020705040A02060702" pitchFamily="82" charset="0"/>
                <a:cs typeface="Times New Roman" panose="02020603050405020304" pitchFamily="18" charset="0"/>
              </a:rPr>
              <a:t>         DIABETES</a:t>
            </a:r>
            <a:br>
              <a:rPr lang="en-US" sz="7200" b="1" dirty="0">
                <a:latin typeface="Algerian" panose="04020705040A02060702" pitchFamily="82" charset="0"/>
                <a:cs typeface="Times New Roman" panose="02020603050405020304" pitchFamily="18" charset="0"/>
              </a:rPr>
            </a:br>
            <a:r>
              <a:rPr lang="en-US" sz="7200" b="1" dirty="0">
                <a:latin typeface="Algerian" panose="04020705040A02060702" pitchFamily="82" charset="0"/>
                <a:cs typeface="Times New Roman" panose="02020603050405020304" pitchFamily="18" charset="0"/>
              </a:rPr>
              <a:t>      RECOGNITION</a:t>
            </a:r>
            <a:endParaRPr lang="en-IN" dirty="0"/>
          </a:p>
        </p:txBody>
      </p:sp>
      <p:sp>
        <p:nvSpPr>
          <p:cNvPr id="3" name="Subtitle 2">
            <a:extLst>
              <a:ext uri="{FF2B5EF4-FFF2-40B4-BE49-F238E27FC236}">
                <a16:creationId xmlns:a16="http://schemas.microsoft.com/office/drawing/2014/main" id="{4C32C009-E335-4A97-BD67-7230CE39CD09}"/>
              </a:ext>
            </a:extLst>
          </p:cNvPr>
          <p:cNvSpPr>
            <a:spLocks noGrp="1"/>
          </p:cNvSpPr>
          <p:nvPr>
            <p:ph type="subTitle" idx="1"/>
          </p:nvPr>
        </p:nvSpPr>
        <p:spPr>
          <a:xfrm>
            <a:off x="9246742" y="5671335"/>
            <a:ext cx="2815119" cy="1058237"/>
          </a:xfrm>
        </p:spPr>
        <p:txBody>
          <a:bodyPr/>
          <a:lstStyle/>
          <a:p>
            <a:r>
              <a:rPr lang="en-IN" dirty="0"/>
              <a:t>           Presented BY</a:t>
            </a:r>
          </a:p>
          <a:p>
            <a:r>
              <a:rPr lang="en-IN" dirty="0"/>
              <a:t>               NISHMITHA</a:t>
            </a:r>
          </a:p>
        </p:txBody>
      </p:sp>
    </p:spTree>
    <p:extLst>
      <p:ext uri="{BB962C8B-B14F-4D97-AF65-F5344CB8AC3E}">
        <p14:creationId xmlns:p14="http://schemas.microsoft.com/office/powerpoint/2010/main" val="20097972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791F02D-191B-41BE-84E1-B1DD05E1ED7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40017" y="1212784"/>
            <a:ext cx="7911966" cy="4726004"/>
          </a:xfrm>
          <a:prstGeom prst="rect">
            <a:avLst/>
          </a:prstGeom>
          <a:ln w="2286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11870615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7E6566-37EA-4EA4-8076-A3258AE727AF}"/>
              </a:ext>
            </a:extLst>
          </p:cNvPr>
          <p:cNvSpPr>
            <a:spLocks noGrp="1"/>
          </p:cNvSpPr>
          <p:nvPr>
            <p:ph type="title"/>
          </p:nvPr>
        </p:nvSpPr>
        <p:spPr>
          <a:xfrm>
            <a:off x="646111" y="403294"/>
            <a:ext cx="9404723" cy="1400530"/>
          </a:xfrm>
        </p:spPr>
        <p:txBody>
          <a:bodyPr/>
          <a:lstStyle/>
          <a:p>
            <a:r>
              <a:rPr lang="en-IN" b="1" dirty="0">
                <a:latin typeface="Arial" panose="020B0604020202020204" pitchFamily="34" charset="0"/>
                <a:cs typeface="Arial" panose="020B0604020202020204" pitchFamily="34" charset="0"/>
              </a:rPr>
              <a:t>           PRESENTATION FLOW</a:t>
            </a:r>
            <a:endParaRPr lang="en-IN" dirty="0"/>
          </a:p>
        </p:txBody>
      </p:sp>
      <p:sp>
        <p:nvSpPr>
          <p:cNvPr id="3" name="Content Placeholder 2">
            <a:extLst>
              <a:ext uri="{FF2B5EF4-FFF2-40B4-BE49-F238E27FC236}">
                <a16:creationId xmlns:a16="http://schemas.microsoft.com/office/drawing/2014/main" id="{5F0A879C-843A-4502-B98D-914675978C2C}"/>
              </a:ext>
            </a:extLst>
          </p:cNvPr>
          <p:cNvSpPr>
            <a:spLocks noGrp="1"/>
          </p:cNvSpPr>
          <p:nvPr>
            <p:ph idx="1"/>
          </p:nvPr>
        </p:nvSpPr>
        <p:spPr>
          <a:xfrm>
            <a:off x="1103312" y="1520575"/>
            <a:ext cx="8946541" cy="4727824"/>
          </a:xfrm>
        </p:spPr>
        <p:txBody>
          <a:bodyPr>
            <a:normAutofit lnSpcReduction="10000"/>
          </a:bodyPr>
          <a:lstStyle/>
          <a:p>
            <a:r>
              <a:rPr lang="en-IN" sz="2800" dirty="0">
                <a:latin typeface="Arial" panose="020B0604020202020204" pitchFamily="34" charset="0"/>
                <a:cs typeface="Arial" panose="020B0604020202020204" pitchFamily="34" charset="0"/>
              </a:rPr>
              <a:t>Project objective</a:t>
            </a:r>
          </a:p>
          <a:p>
            <a:pPr marL="0" indent="0">
              <a:buNone/>
            </a:pPr>
            <a:endParaRPr lang="en-IN" sz="2800" dirty="0">
              <a:latin typeface="Arial" panose="020B0604020202020204" pitchFamily="34" charset="0"/>
              <a:cs typeface="Arial" panose="020B0604020202020204" pitchFamily="34" charset="0"/>
            </a:endParaRPr>
          </a:p>
          <a:p>
            <a:r>
              <a:rPr lang="en-IN" sz="2800" dirty="0">
                <a:latin typeface="Arial" panose="020B0604020202020204" pitchFamily="34" charset="0"/>
                <a:cs typeface="Arial" panose="020B0604020202020204" pitchFamily="34" charset="0"/>
              </a:rPr>
              <a:t>Dataset sample</a:t>
            </a:r>
          </a:p>
          <a:p>
            <a:pPr marL="0" indent="0">
              <a:buNone/>
            </a:pPr>
            <a:endParaRPr lang="en-IN" sz="2800" dirty="0">
              <a:latin typeface="Arial" panose="020B0604020202020204" pitchFamily="34" charset="0"/>
              <a:cs typeface="Arial" panose="020B0604020202020204" pitchFamily="34" charset="0"/>
            </a:endParaRPr>
          </a:p>
          <a:p>
            <a:r>
              <a:rPr lang="en-IN" sz="2800" dirty="0">
                <a:latin typeface="Arial" panose="020B0604020202020204" pitchFamily="34" charset="0"/>
                <a:cs typeface="Arial" panose="020B0604020202020204" pitchFamily="34" charset="0"/>
              </a:rPr>
              <a:t>Steps involved</a:t>
            </a:r>
          </a:p>
          <a:p>
            <a:pPr marL="0" indent="0">
              <a:buNone/>
            </a:pPr>
            <a:endParaRPr lang="en-IN" sz="2800" dirty="0">
              <a:latin typeface="Arial" panose="020B0604020202020204" pitchFamily="34" charset="0"/>
              <a:cs typeface="Arial" panose="020B0604020202020204" pitchFamily="34" charset="0"/>
            </a:endParaRPr>
          </a:p>
          <a:p>
            <a:r>
              <a:rPr lang="en-IN" sz="2800" dirty="0">
                <a:latin typeface="Arial" panose="020B0604020202020204" pitchFamily="34" charset="0"/>
                <a:cs typeface="Arial" panose="020B0604020202020204" pitchFamily="34" charset="0"/>
              </a:rPr>
              <a:t>Block diagram</a:t>
            </a:r>
          </a:p>
          <a:p>
            <a:pPr marL="0" indent="0">
              <a:buNone/>
            </a:pPr>
            <a:endParaRPr lang="en-IN" sz="2800" dirty="0">
              <a:latin typeface="Arial" panose="020B0604020202020204" pitchFamily="34" charset="0"/>
              <a:cs typeface="Arial" panose="020B0604020202020204" pitchFamily="34" charset="0"/>
            </a:endParaRPr>
          </a:p>
          <a:p>
            <a:r>
              <a:rPr lang="en-IN" sz="2800" dirty="0">
                <a:latin typeface="Arial" panose="020B0604020202020204" pitchFamily="34" charset="0"/>
                <a:cs typeface="Arial" panose="020B0604020202020204" pitchFamily="34" charset="0"/>
              </a:rPr>
              <a:t>Conclusion</a:t>
            </a:r>
          </a:p>
          <a:p>
            <a:endParaRPr lang="en-IN" sz="2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828538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6FE3EC-F40D-472A-B627-FE8218E9927F}"/>
              </a:ext>
            </a:extLst>
          </p:cNvPr>
          <p:cNvSpPr>
            <a:spLocks noGrp="1"/>
          </p:cNvSpPr>
          <p:nvPr>
            <p:ph type="title"/>
          </p:nvPr>
        </p:nvSpPr>
        <p:spPr>
          <a:xfrm>
            <a:off x="646111" y="1382389"/>
            <a:ext cx="9404723" cy="45719"/>
          </a:xfrm>
        </p:spPr>
        <p:txBody>
          <a:bodyPr/>
          <a:lstStyle/>
          <a:p>
            <a:r>
              <a:rPr lang="en-IN" b="1" dirty="0">
                <a:solidFill>
                  <a:schemeClr val="tx1"/>
                </a:solidFill>
                <a:latin typeface="Arial" panose="020B0604020202020204" pitchFamily="34" charset="0"/>
                <a:cs typeface="Arial" panose="020B0604020202020204" pitchFamily="34" charset="0"/>
              </a:rPr>
              <a:t>            PROJECT OBJECTIVE</a:t>
            </a:r>
          </a:p>
        </p:txBody>
      </p:sp>
      <p:sp>
        <p:nvSpPr>
          <p:cNvPr id="3" name="Content Placeholder 2">
            <a:extLst>
              <a:ext uri="{FF2B5EF4-FFF2-40B4-BE49-F238E27FC236}">
                <a16:creationId xmlns:a16="http://schemas.microsoft.com/office/drawing/2014/main" id="{9A1D4760-3983-45AE-BEDE-55506A688334}"/>
              </a:ext>
            </a:extLst>
          </p:cNvPr>
          <p:cNvSpPr>
            <a:spLocks noGrp="1"/>
          </p:cNvSpPr>
          <p:nvPr>
            <p:ph idx="1"/>
          </p:nvPr>
        </p:nvSpPr>
        <p:spPr>
          <a:xfrm>
            <a:off x="838200" y="1382389"/>
            <a:ext cx="10515600" cy="5002999"/>
          </a:xfrm>
        </p:spPr>
        <p:txBody>
          <a:bodyPr>
            <a:normAutofit/>
          </a:bodyPr>
          <a:lstStyle/>
          <a:p>
            <a:pPr marL="0" indent="0">
              <a:buNone/>
            </a:pPr>
            <a:endParaRPr lang="en-US" dirty="0"/>
          </a:p>
          <a:p>
            <a:pPr marL="0" indent="0">
              <a:buNone/>
            </a:pPr>
            <a:endParaRPr lang="en-US" sz="3000" b="1" dirty="0">
              <a:solidFill>
                <a:schemeClr val="accent1">
                  <a:lumMod val="20000"/>
                  <a:lumOff val="80000"/>
                </a:schemeClr>
              </a:solidFill>
              <a:latin typeface="Arial" panose="020B0604020202020204" pitchFamily="34" charset="0"/>
              <a:cs typeface="Arial" panose="020B0604020202020204" pitchFamily="34" charset="0"/>
            </a:endParaRPr>
          </a:p>
          <a:p>
            <a:pPr>
              <a:buClr>
                <a:schemeClr val="tx1"/>
              </a:buClr>
              <a:buSzPct val="88000"/>
              <a:buFont typeface="Wingdings" panose="05000000000000000000" pitchFamily="2" charset="2"/>
              <a:buChar char="v"/>
            </a:pPr>
            <a:r>
              <a:rPr lang="en-US" sz="2800" dirty="0">
                <a:latin typeface="Arial" panose="020B0604020202020204" pitchFamily="34" charset="0"/>
                <a:cs typeface="Arial" panose="020B0604020202020204" pitchFamily="34" charset="0"/>
              </a:rPr>
              <a:t>Prepare the data-set set using several methods to train the model.</a:t>
            </a:r>
          </a:p>
          <a:p>
            <a:pPr>
              <a:buClr>
                <a:schemeClr val="tx1"/>
              </a:buClr>
              <a:buSzPct val="84000"/>
              <a:buFont typeface="Wingdings" panose="05000000000000000000" pitchFamily="2" charset="2"/>
              <a:buChar char="v"/>
            </a:pPr>
            <a:r>
              <a:rPr lang="en-US" sz="2800" dirty="0">
                <a:latin typeface="Arial" panose="020B0604020202020204" pitchFamily="34" charset="0"/>
                <a:cs typeface="Arial" panose="020B0604020202020204" pitchFamily="34" charset="0"/>
              </a:rPr>
              <a:t>Build a model which can give high accuracy of predicting the     disease</a:t>
            </a:r>
            <a:br>
              <a:rPr lang="en-US" sz="2800" dirty="0">
                <a:latin typeface="Arial" panose="020B0604020202020204" pitchFamily="34" charset="0"/>
                <a:cs typeface="Arial" panose="020B0604020202020204" pitchFamily="34" charset="0"/>
              </a:rPr>
            </a:br>
            <a:endParaRPr lang="en-IN" sz="2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54001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 calcmode="lin" valueType="num">
                                      <p:cBhvr additive="base">
                                        <p:cTn id="1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8FBCC9-3F6A-4D80-A220-EA67C123B8ED}"/>
              </a:ext>
            </a:extLst>
          </p:cNvPr>
          <p:cNvSpPr>
            <a:spLocks noGrp="1"/>
          </p:cNvSpPr>
          <p:nvPr>
            <p:ph type="title"/>
          </p:nvPr>
        </p:nvSpPr>
        <p:spPr/>
        <p:txBody>
          <a:bodyPr/>
          <a:lstStyle/>
          <a:p>
            <a:r>
              <a:rPr lang="en-IN" sz="4000" b="1" dirty="0">
                <a:latin typeface="Arial" panose="020B0604020202020204" pitchFamily="34" charset="0"/>
                <a:cs typeface="Arial" panose="020B0604020202020204" pitchFamily="34" charset="0"/>
              </a:rPr>
              <a:t>                  DATASET SAMPLE</a:t>
            </a:r>
            <a:endParaRPr lang="en-IN" dirty="0"/>
          </a:p>
        </p:txBody>
      </p:sp>
      <p:graphicFrame>
        <p:nvGraphicFramePr>
          <p:cNvPr id="3" name="Table 2">
            <a:extLst>
              <a:ext uri="{FF2B5EF4-FFF2-40B4-BE49-F238E27FC236}">
                <a16:creationId xmlns:a16="http://schemas.microsoft.com/office/drawing/2014/main" id="{D6CCED76-561A-4497-BD66-0400E3601661}"/>
              </a:ext>
            </a:extLst>
          </p:cNvPr>
          <p:cNvGraphicFramePr>
            <a:graphicFrameLocks noGrp="1"/>
          </p:cNvGraphicFramePr>
          <p:nvPr>
            <p:extLst>
              <p:ext uri="{D42A27DB-BD31-4B8C-83A1-F6EECF244321}">
                <p14:modId xmlns:p14="http://schemas.microsoft.com/office/powerpoint/2010/main" val="3968047870"/>
              </p:ext>
            </p:extLst>
          </p:nvPr>
        </p:nvGraphicFramePr>
        <p:xfrm>
          <a:off x="1089061" y="1469204"/>
          <a:ext cx="8794678" cy="4839131"/>
        </p:xfrm>
        <a:graphic>
          <a:graphicData uri="http://schemas.openxmlformats.org/drawingml/2006/table">
            <a:tbl>
              <a:tblPr>
                <a:tableStyleId>{5C22544A-7EE6-4342-B048-85BDC9FD1C3A}</a:tableStyleId>
              </a:tblPr>
              <a:tblGrid>
                <a:gridCol w="885670">
                  <a:extLst>
                    <a:ext uri="{9D8B030D-6E8A-4147-A177-3AD203B41FA5}">
                      <a16:colId xmlns:a16="http://schemas.microsoft.com/office/drawing/2014/main" val="781613731"/>
                    </a:ext>
                  </a:extLst>
                </a:gridCol>
                <a:gridCol w="1015887">
                  <a:extLst>
                    <a:ext uri="{9D8B030D-6E8A-4147-A177-3AD203B41FA5}">
                      <a16:colId xmlns:a16="http://schemas.microsoft.com/office/drawing/2014/main" val="2212286025"/>
                    </a:ext>
                  </a:extLst>
                </a:gridCol>
                <a:gridCol w="1324051">
                  <a:extLst>
                    <a:ext uri="{9D8B030D-6E8A-4147-A177-3AD203B41FA5}">
                      <a16:colId xmlns:a16="http://schemas.microsoft.com/office/drawing/2014/main" val="1477775488"/>
                    </a:ext>
                  </a:extLst>
                </a:gridCol>
                <a:gridCol w="1327147">
                  <a:extLst>
                    <a:ext uri="{9D8B030D-6E8A-4147-A177-3AD203B41FA5}">
                      <a16:colId xmlns:a16="http://schemas.microsoft.com/office/drawing/2014/main" val="4137399065"/>
                    </a:ext>
                  </a:extLst>
                </a:gridCol>
                <a:gridCol w="915523">
                  <a:extLst>
                    <a:ext uri="{9D8B030D-6E8A-4147-A177-3AD203B41FA5}">
                      <a16:colId xmlns:a16="http://schemas.microsoft.com/office/drawing/2014/main" val="2926303916"/>
                    </a:ext>
                  </a:extLst>
                </a:gridCol>
                <a:gridCol w="915523">
                  <a:extLst>
                    <a:ext uri="{9D8B030D-6E8A-4147-A177-3AD203B41FA5}">
                      <a16:colId xmlns:a16="http://schemas.microsoft.com/office/drawing/2014/main" val="2430777984"/>
                    </a:ext>
                  </a:extLst>
                </a:gridCol>
                <a:gridCol w="667567">
                  <a:extLst>
                    <a:ext uri="{9D8B030D-6E8A-4147-A177-3AD203B41FA5}">
                      <a16:colId xmlns:a16="http://schemas.microsoft.com/office/drawing/2014/main" val="1489615031"/>
                    </a:ext>
                  </a:extLst>
                </a:gridCol>
                <a:gridCol w="591275">
                  <a:extLst>
                    <a:ext uri="{9D8B030D-6E8A-4147-A177-3AD203B41FA5}">
                      <a16:colId xmlns:a16="http://schemas.microsoft.com/office/drawing/2014/main" val="2003894546"/>
                    </a:ext>
                  </a:extLst>
                </a:gridCol>
                <a:gridCol w="1152035">
                  <a:extLst>
                    <a:ext uri="{9D8B030D-6E8A-4147-A177-3AD203B41FA5}">
                      <a16:colId xmlns:a16="http://schemas.microsoft.com/office/drawing/2014/main" val="2522684648"/>
                    </a:ext>
                  </a:extLst>
                </a:gridCol>
              </a:tblGrid>
              <a:tr h="439921">
                <a:tc>
                  <a:txBody>
                    <a:bodyPr/>
                    <a:lstStyle/>
                    <a:p>
                      <a:pPr algn="l" fontAlgn="b"/>
                      <a:r>
                        <a:rPr lang="en-IN" sz="1100" u="none" strike="noStrike" dirty="0">
                          <a:effectLst/>
                        </a:rPr>
                        <a:t>Pregnancies</a:t>
                      </a:r>
                      <a:endParaRPr lang="en-IN" sz="1100" b="0" i="0" u="none" strike="noStrike" dirty="0">
                        <a:solidFill>
                          <a:srgbClr val="FFFFFF"/>
                        </a:solidFill>
                        <a:effectLst/>
                        <a:latin typeface="Calibri" panose="020F0502020204030204" pitchFamily="34" charset="0"/>
                      </a:endParaRPr>
                    </a:p>
                  </a:txBody>
                  <a:tcPr marL="6350" marR="6350" marT="6350" marB="0" anchor="b"/>
                </a:tc>
                <a:tc>
                  <a:txBody>
                    <a:bodyPr/>
                    <a:lstStyle/>
                    <a:p>
                      <a:pPr algn="l" fontAlgn="b"/>
                      <a:r>
                        <a:rPr lang="en-IN" sz="1100" u="none" strike="noStrike" dirty="0">
                          <a:effectLst/>
                        </a:rPr>
                        <a:t>      Glucose</a:t>
                      </a:r>
                      <a:endParaRPr lang="en-IN" sz="1100" b="0" i="0" u="none" strike="noStrike" dirty="0">
                        <a:solidFill>
                          <a:srgbClr val="FFFFFF"/>
                        </a:solidFill>
                        <a:effectLst/>
                        <a:latin typeface="Calibri" panose="020F0502020204030204" pitchFamily="34" charset="0"/>
                      </a:endParaRPr>
                    </a:p>
                  </a:txBody>
                  <a:tcPr marL="6350" marR="6350" marT="6350" marB="0" anchor="b"/>
                </a:tc>
                <a:tc>
                  <a:txBody>
                    <a:bodyPr/>
                    <a:lstStyle/>
                    <a:p>
                      <a:pPr algn="l" fontAlgn="b"/>
                      <a:r>
                        <a:rPr lang="en-IN" sz="1100" u="none" strike="noStrike" dirty="0">
                          <a:effectLst/>
                        </a:rPr>
                        <a:t>     blood pressure</a:t>
                      </a:r>
                      <a:endParaRPr lang="en-IN" sz="1100" b="0" i="0" u="none" strike="noStrike" dirty="0">
                        <a:solidFill>
                          <a:srgbClr val="FFFFFF"/>
                        </a:solidFill>
                        <a:effectLst/>
                        <a:latin typeface="Calibri" panose="020F0502020204030204" pitchFamily="34" charset="0"/>
                      </a:endParaRPr>
                    </a:p>
                  </a:txBody>
                  <a:tcPr marL="6350" marR="6350" marT="6350" marB="0" anchor="b"/>
                </a:tc>
                <a:tc>
                  <a:txBody>
                    <a:bodyPr/>
                    <a:lstStyle/>
                    <a:p>
                      <a:pPr algn="l" fontAlgn="b"/>
                      <a:r>
                        <a:rPr lang="en-IN" sz="1100" u="none" strike="noStrike" dirty="0">
                          <a:effectLst/>
                        </a:rPr>
                        <a:t>     skin thickness</a:t>
                      </a:r>
                      <a:endParaRPr lang="en-IN" sz="1100" b="0" i="0" u="none" strike="noStrike" dirty="0">
                        <a:solidFill>
                          <a:srgbClr val="FFFFFF"/>
                        </a:solidFill>
                        <a:effectLst/>
                        <a:latin typeface="Calibri" panose="020F0502020204030204" pitchFamily="34" charset="0"/>
                      </a:endParaRPr>
                    </a:p>
                  </a:txBody>
                  <a:tcPr marL="6350" marR="6350" marT="6350" marB="0" anchor="b"/>
                </a:tc>
                <a:tc>
                  <a:txBody>
                    <a:bodyPr/>
                    <a:lstStyle/>
                    <a:p>
                      <a:pPr algn="l" fontAlgn="b"/>
                      <a:r>
                        <a:rPr lang="en-IN" sz="1100" u="none" strike="noStrike" dirty="0">
                          <a:effectLst/>
                        </a:rPr>
                        <a:t>     Insulin</a:t>
                      </a:r>
                      <a:endParaRPr lang="en-IN" sz="1100" b="0" i="0" u="none" strike="noStrike" dirty="0">
                        <a:solidFill>
                          <a:srgbClr val="FFFFFF"/>
                        </a:solidFill>
                        <a:effectLst/>
                        <a:latin typeface="Calibri" panose="020F0502020204030204" pitchFamily="34" charset="0"/>
                      </a:endParaRPr>
                    </a:p>
                  </a:txBody>
                  <a:tcPr marL="6350" marR="6350" marT="6350" marB="0" anchor="b"/>
                </a:tc>
                <a:tc>
                  <a:txBody>
                    <a:bodyPr/>
                    <a:lstStyle/>
                    <a:p>
                      <a:pPr algn="l" fontAlgn="b"/>
                      <a:r>
                        <a:rPr lang="en-IN" sz="1100" u="none" strike="noStrike" dirty="0">
                          <a:effectLst/>
                        </a:rPr>
                        <a:t>        BMI</a:t>
                      </a:r>
                      <a:endParaRPr lang="en-IN" sz="1100" b="0" i="0" u="none" strike="noStrike" dirty="0">
                        <a:solidFill>
                          <a:srgbClr val="FFFFFF"/>
                        </a:solidFill>
                        <a:effectLst/>
                        <a:latin typeface="Calibri" panose="020F0502020204030204" pitchFamily="34" charset="0"/>
                      </a:endParaRPr>
                    </a:p>
                  </a:txBody>
                  <a:tcPr marL="6350" marR="6350" marT="6350" marB="0" anchor="b"/>
                </a:tc>
                <a:tc>
                  <a:txBody>
                    <a:bodyPr/>
                    <a:lstStyle/>
                    <a:p>
                      <a:pPr algn="l" fontAlgn="b"/>
                      <a:r>
                        <a:rPr lang="en-IN" sz="1100" u="none" strike="noStrike" dirty="0">
                          <a:effectLst/>
                        </a:rPr>
                        <a:t>      DPF</a:t>
                      </a:r>
                      <a:endParaRPr lang="en-IN" sz="1100" b="0" i="0" u="none" strike="noStrike" dirty="0">
                        <a:solidFill>
                          <a:srgbClr val="FFFFFF"/>
                        </a:solidFill>
                        <a:effectLst/>
                        <a:latin typeface="Calibri" panose="020F0502020204030204" pitchFamily="34" charset="0"/>
                      </a:endParaRPr>
                    </a:p>
                  </a:txBody>
                  <a:tcPr marL="6350" marR="6350" marT="6350" marB="0" anchor="b"/>
                </a:tc>
                <a:tc>
                  <a:txBody>
                    <a:bodyPr/>
                    <a:lstStyle/>
                    <a:p>
                      <a:pPr algn="l" fontAlgn="b"/>
                      <a:r>
                        <a:rPr lang="en-IN" sz="1100" u="none" strike="noStrike" dirty="0">
                          <a:effectLst/>
                        </a:rPr>
                        <a:t>    Age</a:t>
                      </a:r>
                      <a:endParaRPr lang="en-IN" sz="1100" b="0" i="0" u="none" strike="noStrike" dirty="0">
                        <a:solidFill>
                          <a:srgbClr val="FFFFFF"/>
                        </a:solidFill>
                        <a:effectLst/>
                        <a:latin typeface="Calibri" panose="020F0502020204030204" pitchFamily="34" charset="0"/>
                      </a:endParaRPr>
                    </a:p>
                  </a:txBody>
                  <a:tcPr marL="6350" marR="6350" marT="6350" marB="0" anchor="b"/>
                </a:tc>
                <a:tc>
                  <a:txBody>
                    <a:bodyPr/>
                    <a:lstStyle/>
                    <a:p>
                      <a:pPr algn="l" fontAlgn="b"/>
                      <a:r>
                        <a:rPr lang="en-IN" sz="1100" u="none" strike="noStrike" dirty="0">
                          <a:effectLst/>
                        </a:rPr>
                        <a:t>Outcome</a:t>
                      </a:r>
                      <a:endParaRPr lang="en-IN" sz="1100" b="0" i="0" u="none" strike="noStrike" dirty="0">
                        <a:solidFill>
                          <a:srgbClr val="FFFFFF"/>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3253294152"/>
                  </a:ext>
                </a:extLst>
              </a:tr>
              <a:tr h="439921">
                <a:tc>
                  <a:txBody>
                    <a:bodyPr/>
                    <a:lstStyle/>
                    <a:p>
                      <a:pPr algn="r" fontAlgn="b"/>
                      <a:r>
                        <a:rPr lang="en-IN" sz="1100" u="none" strike="noStrike" dirty="0">
                          <a:effectLst/>
                        </a:rPr>
                        <a:t>6</a:t>
                      </a:r>
                      <a:endParaRPr lang="en-IN" sz="1100" b="0" i="0" u="none" strike="noStrike" dirty="0">
                        <a:solidFill>
                          <a:srgbClr val="FFFFFF"/>
                        </a:solidFill>
                        <a:effectLst/>
                        <a:latin typeface="Calibri" panose="020F0502020204030204" pitchFamily="34" charset="0"/>
                      </a:endParaRPr>
                    </a:p>
                  </a:txBody>
                  <a:tcPr marL="6350" marR="6350" marT="6350" marB="0" anchor="b"/>
                </a:tc>
                <a:tc>
                  <a:txBody>
                    <a:bodyPr/>
                    <a:lstStyle/>
                    <a:p>
                      <a:pPr algn="r" fontAlgn="b"/>
                      <a:r>
                        <a:rPr lang="en-IN" sz="1100" u="none" strike="noStrike" dirty="0">
                          <a:effectLst/>
                        </a:rPr>
                        <a:t>148</a:t>
                      </a:r>
                      <a:endParaRPr lang="en-IN" sz="1100" b="0" i="0" u="none" strike="noStrike" dirty="0">
                        <a:solidFill>
                          <a:srgbClr val="FFFFFF"/>
                        </a:solidFill>
                        <a:effectLst/>
                        <a:latin typeface="Calibri" panose="020F0502020204030204" pitchFamily="34" charset="0"/>
                      </a:endParaRPr>
                    </a:p>
                  </a:txBody>
                  <a:tcPr marL="6350" marR="6350" marT="6350" marB="0" anchor="b"/>
                </a:tc>
                <a:tc>
                  <a:txBody>
                    <a:bodyPr/>
                    <a:lstStyle/>
                    <a:p>
                      <a:pPr algn="r" fontAlgn="b"/>
                      <a:r>
                        <a:rPr lang="en-IN" sz="1100" u="none" strike="noStrike" dirty="0">
                          <a:effectLst/>
                        </a:rPr>
                        <a:t>72</a:t>
                      </a:r>
                      <a:endParaRPr lang="en-IN" sz="1100" b="0" i="0" u="none" strike="noStrike" dirty="0">
                        <a:solidFill>
                          <a:srgbClr val="FFFFFF"/>
                        </a:solidFill>
                        <a:effectLst/>
                        <a:latin typeface="Calibri" panose="020F0502020204030204" pitchFamily="34" charset="0"/>
                      </a:endParaRPr>
                    </a:p>
                  </a:txBody>
                  <a:tcPr marL="6350" marR="6350" marT="6350" marB="0" anchor="b"/>
                </a:tc>
                <a:tc>
                  <a:txBody>
                    <a:bodyPr/>
                    <a:lstStyle/>
                    <a:p>
                      <a:pPr algn="r" fontAlgn="b"/>
                      <a:r>
                        <a:rPr lang="en-IN" sz="1100" u="none" strike="noStrike" dirty="0">
                          <a:effectLst/>
                        </a:rPr>
                        <a:t>35</a:t>
                      </a:r>
                      <a:endParaRPr lang="en-IN" sz="1100" b="0" i="0" u="none" strike="noStrike" dirty="0">
                        <a:solidFill>
                          <a:srgbClr val="FFFFFF"/>
                        </a:solidFill>
                        <a:effectLst/>
                        <a:latin typeface="Calibri" panose="020F0502020204030204" pitchFamily="34" charset="0"/>
                      </a:endParaRPr>
                    </a:p>
                  </a:txBody>
                  <a:tcPr marL="6350" marR="6350" marT="6350" marB="0" anchor="b"/>
                </a:tc>
                <a:tc>
                  <a:txBody>
                    <a:bodyPr/>
                    <a:lstStyle/>
                    <a:p>
                      <a:pPr algn="r" fontAlgn="b"/>
                      <a:r>
                        <a:rPr lang="en-IN" sz="1100" u="none" strike="noStrike" dirty="0">
                          <a:effectLst/>
                        </a:rPr>
                        <a:t>0</a:t>
                      </a:r>
                      <a:endParaRPr lang="en-IN" sz="1100" b="0" i="0" u="none" strike="noStrike" dirty="0">
                        <a:solidFill>
                          <a:srgbClr val="FFFFFF"/>
                        </a:solidFill>
                        <a:effectLst/>
                        <a:latin typeface="Calibri" panose="020F0502020204030204" pitchFamily="34" charset="0"/>
                      </a:endParaRPr>
                    </a:p>
                  </a:txBody>
                  <a:tcPr marL="6350" marR="6350" marT="6350" marB="0" anchor="b"/>
                </a:tc>
                <a:tc>
                  <a:txBody>
                    <a:bodyPr/>
                    <a:lstStyle/>
                    <a:p>
                      <a:pPr algn="r" fontAlgn="b"/>
                      <a:r>
                        <a:rPr lang="en-IN" sz="1100" u="none" strike="noStrike" dirty="0">
                          <a:effectLst/>
                        </a:rPr>
                        <a:t>33.6</a:t>
                      </a:r>
                      <a:endParaRPr lang="en-IN" sz="1100" b="0" i="0" u="none" strike="noStrike" dirty="0">
                        <a:solidFill>
                          <a:srgbClr val="FFFFFF"/>
                        </a:solidFill>
                        <a:effectLst/>
                        <a:latin typeface="Calibri" panose="020F0502020204030204" pitchFamily="34" charset="0"/>
                      </a:endParaRPr>
                    </a:p>
                  </a:txBody>
                  <a:tcPr marL="6350" marR="6350" marT="6350" marB="0" anchor="b"/>
                </a:tc>
                <a:tc>
                  <a:txBody>
                    <a:bodyPr/>
                    <a:lstStyle/>
                    <a:p>
                      <a:pPr algn="r" fontAlgn="b"/>
                      <a:r>
                        <a:rPr lang="en-IN" sz="1100" u="none" strike="noStrike" dirty="0">
                          <a:effectLst/>
                        </a:rPr>
                        <a:t>0.627</a:t>
                      </a:r>
                      <a:endParaRPr lang="en-IN" sz="1100" b="0" i="0" u="none" strike="noStrike" dirty="0">
                        <a:solidFill>
                          <a:srgbClr val="FFFFFF"/>
                        </a:solidFill>
                        <a:effectLst/>
                        <a:latin typeface="Calibri" panose="020F0502020204030204" pitchFamily="34" charset="0"/>
                      </a:endParaRPr>
                    </a:p>
                  </a:txBody>
                  <a:tcPr marL="6350" marR="6350" marT="6350" marB="0" anchor="b"/>
                </a:tc>
                <a:tc>
                  <a:txBody>
                    <a:bodyPr/>
                    <a:lstStyle/>
                    <a:p>
                      <a:pPr algn="r" fontAlgn="b"/>
                      <a:r>
                        <a:rPr lang="en-IN" sz="1100" u="none" strike="noStrike" dirty="0">
                          <a:effectLst/>
                        </a:rPr>
                        <a:t>50</a:t>
                      </a:r>
                      <a:endParaRPr lang="en-IN" sz="1100" b="0" i="0" u="none" strike="noStrike" dirty="0">
                        <a:solidFill>
                          <a:srgbClr val="FFFFFF"/>
                        </a:solidFill>
                        <a:effectLst/>
                        <a:latin typeface="Calibri" panose="020F0502020204030204" pitchFamily="34" charset="0"/>
                      </a:endParaRPr>
                    </a:p>
                  </a:txBody>
                  <a:tcPr marL="6350" marR="6350" marT="6350" marB="0" anchor="b"/>
                </a:tc>
                <a:tc>
                  <a:txBody>
                    <a:bodyPr/>
                    <a:lstStyle/>
                    <a:p>
                      <a:pPr algn="r" fontAlgn="b"/>
                      <a:r>
                        <a:rPr lang="en-IN" sz="1100" u="none" strike="noStrike" dirty="0">
                          <a:effectLst/>
                        </a:rPr>
                        <a:t>1</a:t>
                      </a:r>
                      <a:endParaRPr lang="en-IN" sz="1100" b="0" i="0" u="none" strike="noStrike" dirty="0">
                        <a:solidFill>
                          <a:srgbClr val="FFFFFF"/>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3139413566"/>
                  </a:ext>
                </a:extLst>
              </a:tr>
              <a:tr h="439921">
                <a:tc>
                  <a:txBody>
                    <a:bodyPr/>
                    <a:lstStyle/>
                    <a:p>
                      <a:pPr algn="r" fontAlgn="b"/>
                      <a:r>
                        <a:rPr lang="en-IN" sz="1100" u="none" strike="noStrike" dirty="0">
                          <a:effectLst/>
                        </a:rPr>
                        <a:t>1</a:t>
                      </a:r>
                      <a:endParaRPr lang="en-IN" sz="1100" b="0" i="0" u="none" strike="noStrike" dirty="0">
                        <a:solidFill>
                          <a:srgbClr val="FFFFFF"/>
                        </a:solidFill>
                        <a:effectLst/>
                        <a:latin typeface="Calibri" panose="020F0502020204030204" pitchFamily="34" charset="0"/>
                      </a:endParaRPr>
                    </a:p>
                  </a:txBody>
                  <a:tcPr marL="6350" marR="6350" marT="6350" marB="0" anchor="b"/>
                </a:tc>
                <a:tc>
                  <a:txBody>
                    <a:bodyPr/>
                    <a:lstStyle/>
                    <a:p>
                      <a:pPr algn="r" fontAlgn="b"/>
                      <a:r>
                        <a:rPr lang="en-IN" sz="1100" u="none" strike="noStrike" dirty="0">
                          <a:effectLst/>
                        </a:rPr>
                        <a:t>85</a:t>
                      </a:r>
                      <a:endParaRPr lang="en-IN" sz="1100" b="0" i="0" u="none" strike="noStrike" dirty="0">
                        <a:solidFill>
                          <a:srgbClr val="FFFFFF"/>
                        </a:solidFill>
                        <a:effectLst/>
                        <a:latin typeface="Calibri" panose="020F0502020204030204" pitchFamily="34" charset="0"/>
                      </a:endParaRPr>
                    </a:p>
                  </a:txBody>
                  <a:tcPr marL="6350" marR="6350" marT="6350" marB="0" anchor="b"/>
                </a:tc>
                <a:tc>
                  <a:txBody>
                    <a:bodyPr/>
                    <a:lstStyle/>
                    <a:p>
                      <a:pPr algn="r" fontAlgn="b"/>
                      <a:r>
                        <a:rPr lang="en-IN" sz="1100" u="none" strike="noStrike" dirty="0">
                          <a:effectLst/>
                        </a:rPr>
                        <a:t>66</a:t>
                      </a:r>
                      <a:endParaRPr lang="en-IN" sz="1100" b="0" i="0" u="none" strike="noStrike" dirty="0">
                        <a:solidFill>
                          <a:srgbClr val="FFFFFF"/>
                        </a:solidFill>
                        <a:effectLst/>
                        <a:latin typeface="Calibri" panose="020F0502020204030204" pitchFamily="34" charset="0"/>
                      </a:endParaRPr>
                    </a:p>
                  </a:txBody>
                  <a:tcPr marL="6350" marR="6350" marT="6350" marB="0" anchor="b"/>
                </a:tc>
                <a:tc>
                  <a:txBody>
                    <a:bodyPr/>
                    <a:lstStyle/>
                    <a:p>
                      <a:pPr algn="r" fontAlgn="b"/>
                      <a:r>
                        <a:rPr lang="en-IN" sz="1100" u="none" strike="noStrike" dirty="0">
                          <a:effectLst/>
                        </a:rPr>
                        <a:t>29</a:t>
                      </a:r>
                      <a:endParaRPr lang="en-IN" sz="1100" b="0" i="0" u="none" strike="noStrike" dirty="0">
                        <a:solidFill>
                          <a:srgbClr val="FFFFFF"/>
                        </a:solidFill>
                        <a:effectLst/>
                        <a:latin typeface="Calibri" panose="020F0502020204030204" pitchFamily="34" charset="0"/>
                      </a:endParaRPr>
                    </a:p>
                  </a:txBody>
                  <a:tcPr marL="6350" marR="6350" marT="6350" marB="0" anchor="b"/>
                </a:tc>
                <a:tc>
                  <a:txBody>
                    <a:bodyPr/>
                    <a:lstStyle/>
                    <a:p>
                      <a:pPr algn="r" fontAlgn="b"/>
                      <a:r>
                        <a:rPr lang="en-IN" sz="1100" u="none" strike="noStrike" dirty="0">
                          <a:effectLst/>
                        </a:rPr>
                        <a:t>0</a:t>
                      </a:r>
                      <a:endParaRPr lang="en-IN" sz="1100" b="0" i="0" u="none" strike="noStrike" dirty="0">
                        <a:solidFill>
                          <a:srgbClr val="FFFFFF"/>
                        </a:solidFill>
                        <a:effectLst/>
                        <a:latin typeface="Calibri" panose="020F0502020204030204" pitchFamily="34" charset="0"/>
                      </a:endParaRPr>
                    </a:p>
                  </a:txBody>
                  <a:tcPr marL="6350" marR="6350" marT="6350" marB="0" anchor="b"/>
                </a:tc>
                <a:tc>
                  <a:txBody>
                    <a:bodyPr/>
                    <a:lstStyle/>
                    <a:p>
                      <a:pPr algn="r" fontAlgn="b"/>
                      <a:r>
                        <a:rPr lang="en-IN" sz="1100" u="none" strike="noStrike" dirty="0">
                          <a:effectLst/>
                        </a:rPr>
                        <a:t>26.6</a:t>
                      </a:r>
                      <a:endParaRPr lang="en-IN" sz="1100" b="0" i="0" u="none" strike="noStrike" dirty="0">
                        <a:solidFill>
                          <a:srgbClr val="FFFFFF"/>
                        </a:solidFill>
                        <a:effectLst/>
                        <a:latin typeface="Calibri" panose="020F0502020204030204" pitchFamily="34" charset="0"/>
                      </a:endParaRPr>
                    </a:p>
                  </a:txBody>
                  <a:tcPr marL="6350" marR="6350" marT="6350" marB="0" anchor="b"/>
                </a:tc>
                <a:tc>
                  <a:txBody>
                    <a:bodyPr/>
                    <a:lstStyle/>
                    <a:p>
                      <a:pPr algn="r" fontAlgn="b"/>
                      <a:r>
                        <a:rPr lang="en-IN" sz="1100" u="none" strike="noStrike" dirty="0">
                          <a:effectLst/>
                        </a:rPr>
                        <a:t>0.351</a:t>
                      </a:r>
                      <a:endParaRPr lang="en-IN" sz="1100" b="0" i="0" u="none" strike="noStrike" dirty="0">
                        <a:solidFill>
                          <a:srgbClr val="FFFFFF"/>
                        </a:solidFill>
                        <a:effectLst/>
                        <a:latin typeface="Calibri" panose="020F0502020204030204" pitchFamily="34" charset="0"/>
                      </a:endParaRPr>
                    </a:p>
                  </a:txBody>
                  <a:tcPr marL="6350" marR="6350" marT="6350" marB="0" anchor="b"/>
                </a:tc>
                <a:tc>
                  <a:txBody>
                    <a:bodyPr/>
                    <a:lstStyle/>
                    <a:p>
                      <a:pPr algn="r" fontAlgn="b"/>
                      <a:r>
                        <a:rPr lang="en-IN" sz="1100" u="none" strike="noStrike" dirty="0">
                          <a:effectLst/>
                        </a:rPr>
                        <a:t>31</a:t>
                      </a:r>
                      <a:endParaRPr lang="en-IN" sz="1100" b="0" i="0" u="none" strike="noStrike" dirty="0">
                        <a:solidFill>
                          <a:srgbClr val="FFFFFF"/>
                        </a:solidFill>
                        <a:effectLst/>
                        <a:latin typeface="Calibri" panose="020F0502020204030204" pitchFamily="34" charset="0"/>
                      </a:endParaRPr>
                    </a:p>
                  </a:txBody>
                  <a:tcPr marL="6350" marR="6350" marT="6350" marB="0" anchor="b"/>
                </a:tc>
                <a:tc>
                  <a:txBody>
                    <a:bodyPr/>
                    <a:lstStyle/>
                    <a:p>
                      <a:pPr algn="r" fontAlgn="b"/>
                      <a:r>
                        <a:rPr lang="en-IN" sz="1100" u="none" strike="noStrike" dirty="0">
                          <a:effectLst/>
                        </a:rPr>
                        <a:t>0</a:t>
                      </a:r>
                      <a:endParaRPr lang="en-IN" sz="1100" b="0" i="0" u="none" strike="noStrike" dirty="0">
                        <a:solidFill>
                          <a:srgbClr val="FFFFFF"/>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2937286885"/>
                  </a:ext>
                </a:extLst>
              </a:tr>
              <a:tr h="439921">
                <a:tc>
                  <a:txBody>
                    <a:bodyPr/>
                    <a:lstStyle/>
                    <a:p>
                      <a:pPr algn="r" fontAlgn="b"/>
                      <a:r>
                        <a:rPr lang="en-IN" sz="1100" u="none" strike="noStrike" dirty="0">
                          <a:effectLst/>
                        </a:rPr>
                        <a:t>8</a:t>
                      </a:r>
                      <a:endParaRPr lang="en-IN" sz="1100" b="0" i="0" u="none" strike="noStrike" dirty="0">
                        <a:solidFill>
                          <a:srgbClr val="FFFFFF"/>
                        </a:solidFill>
                        <a:effectLst/>
                        <a:latin typeface="Calibri" panose="020F0502020204030204" pitchFamily="34" charset="0"/>
                      </a:endParaRPr>
                    </a:p>
                  </a:txBody>
                  <a:tcPr marL="6350" marR="6350" marT="6350" marB="0" anchor="b"/>
                </a:tc>
                <a:tc>
                  <a:txBody>
                    <a:bodyPr/>
                    <a:lstStyle/>
                    <a:p>
                      <a:pPr algn="r" fontAlgn="b"/>
                      <a:r>
                        <a:rPr lang="en-IN" sz="1100" u="none" strike="noStrike" dirty="0">
                          <a:effectLst/>
                        </a:rPr>
                        <a:t>183</a:t>
                      </a:r>
                      <a:endParaRPr lang="en-IN" sz="1100" b="0" i="0" u="none" strike="noStrike" dirty="0">
                        <a:solidFill>
                          <a:srgbClr val="FFFFFF"/>
                        </a:solidFill>
                        <a:effectLst/>
                        <a:latin typeface="Calibri" panose="020F0502020204030204" pitchFamily="34" charset="0"/>
                      </a:endParaRPr>
                    </a:p>
                  </a:txBody>
                  <a:tcPr marL="6350" marR="6350" marT="6350" marB="0" anchor="b"/>
                </a:tc>
                <a:tc>
                  <a:txBody>
                    <a:bodyPr/>
                    <a:lstStyle/>
                    <a:p>
                      <a:pPr algn="r" fontAlgn="b"/>
                      <a:r>
                        <a:rPr lang="en-IN" sz="1100" u="none" strike="noStrike" dirty="0">
                          <a:effectLst/>
                        </a:rPr>
                        <a:t>64</a:t>
                      </a:r>
                      <a:endParaRPr lang="en-IN" sz="1100" b="0" i="0" u="none" strike="noStrike" dirty="0">
                        <a:solidFill>
                          <a:srgbClr val="FFFFFF"/>
                        </a:solidFill>
                        <a:effectLst/>
                        <a:latin typeface="Calibri" panose="020F0502020204030204" pitchFamily="34" charset="0"/>
                      </a:endParaRPr>
                    </a:p>
                  </a:txBody>
                  <a:tcPr marL="6350" marR="6350" marT="6350" marB="0" anchor="b"/>
                </a:tc>
                <a:tc>
                  <a:txBody>
                    <a:bodyPr/>
                    <a:lstStyle/>
                    <a:p>
                      <a:pPr algn="r" fontAlgn="b"/>
                      <a:r>
                        <a:rPr lang="en-IN" sz="1100" u="none" strike="noStrike" dirty="0">
                          <a:effectLst/>
                        </a:rPr>
                        <a:t>0</a:t>
                      </a:r>
                      <a:endParaRPr lang="en-IN" sz="1100" b="0" i="0" u="none" strike="noStrike" dirty="0">
                        <a:solidFill>
                          <a:srgbClr val="FFFFFF"/>
                        </a:solidFill>
                        <a:effectLst/>
                        <a:latin typeface="Calibri" panose="020F0502020204030204" pitchFamily="34" charset="0"/>
                      </a:endParaRPr>
                    </a:p>
                  </a:txBody>
                  <a:tcPr marL="6350" marR="6350" marT="6350" marB="0" anchor="b"/>
                </a:tc>
                <a:tc>
                  <a:txBody>
                    <a:bodyPr/>
                    <a:lstStyle/>
                    <a:p>
                      <a:pPr algn="r" fontAlgn="b"/>
                      <a:r>
                        <a:rPr lang="en-IN" sz="1100" u="none" strike="noStrike" dirty="0">
                          <a:effectLst/>
                        </a:rPr>
                        <a:t>0</a:t>
                      </a:r>
                      <a:endParaRPr lang="en-IN" sz="1100" b="0" i="0" u="none" strike="noStrike" dirty="0">
                        <a:solidFill>
                          <a:srgbClr val="FFFFFF"/>
                        </a:solidFill>
                        <a:effectLst/>
                        <a:latin typeface="Calibri" panose="020F0502020204030204" pitchFamily="34" charset="0"/>
                      </a:endParaRPr>
                    </a:p>
                  </a:txBody>
                  <a:tcPr marL="6350" marR="6350" marT="6350" marB="0" anchor="b"/>
                </a:tc>
                <a:tc>
                  <a:txBody>
                    <a:bodyPr/>
                    <a:lstStyle/>
                    <a:p>
                      <a:pPr algn="r" fontAlgn="b"/>
                      <a:r>
                        <a:rPr lang="en-IN" sz="1100" u="none" strike="noStrike" dirty="0">
                          <a:effectLst/>
                        </a:rPr>
                        <a:t>23.3</a:t>
                      </a:r>
                      <a:endParaRPr lang="en-IN" sz="1100" b="0" i="0" u="none" strike="noStrike" dirty="0">
                        <a:solidFill>
                          <a:srgbClr val="FFFFFF"/>
                        </a:solidFill>
                        <a:effectLst/>
                        <a:latin typeface="Calibri" panose="020F0502020204030204" pitchFamily="34" charset="0"/>
                      </a:endParaRPr>
                    </a:p>
                  </a:txBody>
                  <a:tcPr marL="6350" marR="6350" marT="6350" marB="0" anchor="b"/>
                </a:tc>
                <a:tc>
                  <a:txBody>
                    <a:bodyPr/>
                    <a:lstStyle/>
                    <a:p>
                      <a:pPr algn="r" fontAlgn="b"/>
                      <a:r>
                        <a:rPr lang="en-IN" sz="1100" u="none" strike="noStrike" dirty="0">
                          <a:effectLst/>
                        </a:rPr>
                        <a:t>0.672</a:t>
                      </a:r>
                      <a:endParaRPr lang="en-IN" sz="1100" b="0" i="0" u="none" strike="noStrike" dirty="0">
                        <a:solidFill>
                          <a:srgbClr val="FFFFFF"/>
                        </a:solidFill>
                        <a:effectLst/>
                        <a:latin typeface="Calibri" panose="020F0502020204030204" pitchFamily="34" charset="0"/>
                      </a:endParaRPr>
                    </a:p>
                  </a:txBody>
                  <a:tcPr marL="6350" marR="6350" marT="6350" marB="0" anchor="b"/>
                </a:tc>
                <a:tc>
                  <a:txBody>
                    <a:bodyPr/>
                    <a:lstStyle/>
                    <a:p>
                      <a:pPr algn="r" fontAlgn="b"/>
                      <a:r>
                        <a:rPr lang="en-IN" sz="1100" u="none" strike="noStrike" dirty="0">
                          <a:effectLst/>
                        </a:rPr>
                        <a:t>32</a:t>
                      </a:r>
                      <a:endParaRPr lang="en-IN" sz="1100" b="0" i="0" u="none" strike="noStrike" dirty="0">
                        <a:solidFill>
                          <a:srgbClr val="FFFFFF"/>
                        </a:solidFill>
                        <a:effectLst/>
                        <a:latin typeface="Calibri" panose="020F0502020204030204" pitchFamily="34" charset="0"/>
                      </a:endParaRPr>
                    </a:p>
                  </a:txBody>
                  <a:tcPr marL="6350" marR="6350" marT="6350" marB="0" anchor="b"/>
                </a:tc>
                <a:tc>
                  <a:txBody>
                    <a:bodyPr/>
                    <a:lstStyle/>
                    <a:p>
                      <a:pPr algn="r" fontAlgn="b"/>
                      <a:r>
                        <a:rPr lang="en-IN" sz="1100" u="none" strike="noStrike" dirty="0">
                          <a:effectLst/>
                        </a:rPr>
                        <a:t>1</a:t>
                      </a:r>
                      <a:endParaRPr lang="en-IN" sz="1100" b="0" i="0" u="none" strike="noStrike" dirty="0">
                        <a:solidFill>
                          <a:srgbClr val="FFFFFF"/>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292531478"/>
                  </a:ext>
                </a:extLst>
              </a:tr>
              <a:tr h="439921">
                <a:tc>
                  <a:txBody>
                    <a:bodyPr/>
                    <a:lstStyle/>
                    <a:p>
                      <a:pPr algn="r" fontAlgn="b"/>
                      <a:r>
                        <a:rPr lang="en-IN" sz="1100" u="none" strike="noStrike" dirty="0">
                          <a:effectLst/>
                        </a:rPr>
                        <a:t>1</a:t>
                      </a:r>
                      <a:endParaRPr lang="en-IN" sz="1100" b="0" i="0" u="none" strike="noStrike" dirty="0">
                        <a:solidFill>
                          <a:srgbClr val="FFFFFF"/>
                        </a:solidFill>
                        <a:effectLst/>
                        <a:latin typeface="Calibri" panose="020F0502020204030204" pitchFamily="34" charset="0"/>
                      </a:endParaRPr>
                    </a:p>
                  </a:txBody>
                  <a:tcPr marL="6350" marR="6350" marT="6350" marB="0" anchor="b"/>
                </a:tc>
                <a:tc>
                  <a:txBody>
                    <a:bodyPr/>
                    <a:lstStyle/>
                    <a:p>
                      <a:pPr algn="r" fontAlgn="b"/>
                      <a:r>
                        <a:rPr lang="en-IN" sz="1100" u="none" strike="noStrike" dirty="0">
                          <a:effectLst/>
                        </a:rPr>
                        <a:t>89</a:t>
                      </a:r>
                      <a:endParaRPr lang="en-IN" sz="1100" b="0" i="0" u="none" strike="noStrike" dirty="0">
                        <a:solidFill>
                          <a:srgbClr val="FFFFFF"/>
                        </a:solidFill>
                        <a:effectLst/>
                        <a:latin typeface="Calibri" panose="020F0502020204030204" pitchFamily="34" charset="0"/>
                      </a:endParaRPr>
                    </a:p>
                  </a:txBody>
                  <a:tcPr marL="6350" marR="6350" marT="6350" marB="0" anchor="b"/>
                </a:tc>
                <a:tc>
                  <a:txBody>
                    <a:bodyPr/>
                    <a:lstStyle/>
                    <a:p>
                      <a:pPr algn="r" fontAlgn="b"/>
                      <a:r>
                        <a:rPr lang="en-IN" sz="1100" u="none" strike="noStrike" dirty="0">
                          <a:effectLst/>
                        </a:rPr>
                        <a:t>66</a:t>
                      </a:r>
                      <a:endParaRPr lang="en-IN" sz="1100" b="0" i="0" u="none" strike="noStrike" dirty="0">
                        <a:solidFill>
                          <a:srgbClr val="FFFFFF"/>
                        </a:solidFill>
                        <a:effectLst/>
                        <a:latin typeface="Calibri" panose="020F0502020204030204" pitchFamily="34" charset="0"/>
                      </a:endParaRPr>
                    </a:p>
                  </a:txBody>
                  <a:tcPr marL="6350" marR="6350" marT="6350" marB="0" anchor="b"/>
                </a:tc>
                <a:tc>
                  <a:txBody>
                    <a:bodyPr/>
                    <a:lstStyle/>
                    <a:p>
                      <a:pPr algn="r" fontAlgn="b"/>
                      <a:r>
                        <a:rPr lang="en-IN" sz="1100" u="none" strike="noStrike" dirty="0">
                          <a:effectLst/>
                        </a:rPr>
                        <a:t>23</a:t>
                      </a:r>
                      <a:endParaRPr lang="en-IN" sz="1100" b="0" i="0" u="none" strike="noStrike" dirty="0">
                        <a:solidFill>
                          <a:srgbClr val="FFFFFF"/>
                        </a:solidFill>
                        <a:effectLst/>
                        <a:latin typeface="Calibri" panose="020F0502020204030204" pitchFamily="34" charset="0"/>
                      </a:endParaRPr>
                    </a:p>
                  </a:txBody>
                  <a:tcPr marL="6350" marR="6350" marT="6350" marB="0" anchor="b"/>
                </a:tc>
                <a:tc>
                  <a:txBody>
                    <a:bodyPr/>
                    <a:lstStyle/>
                    <a:p>
                      <a:pPr algn="r" fontAlgn="b"/>
                      <a:r>
                        <a:rPr lang="en-IN" sz="1100" u="none" strike="noStrike" dirty="0">
                          <a:effectLst/>
                        </a:rPr>
                        <a:t>94</a:t>
                      </a:r>
                      <a:endParaRPr lang="en-IN" sz="1100" b="0" i="0" u="none" strike="noStrike" dirty="0">
                        <a:solidFill>
                          <a:srgbClr val="FFFFFF"/>
                        </a:solidFill>
                        <a:effectLst/>
                        <a:latin typeface="Calibri" panose="020F0502020204030204" pitchFamily="34" charset="0"/>
                      </a:endParaRPr>
                    </a:p>
                  </a:txBody>
                  <a:tcPr marL="6350" marR="6350" marT="6350" marB="0" anchor="b"/>
                </a:tc>
                <a:tc>
                  <a:txBody>
                    <a:bodyPr/>
                    <a:lstStyle/>
                    <a:p>
                      <a:pPr algn="r" fontAlgn="b"/>
                      <a:r>
                        <a:rPr lang="en-IN" sz="1100" u="none" strike="noStrike" dirty="0">
                          <a:effectLst/>
                        </a:rPr>
                        <a:t>28.1</a:t>
                      </a:r>
                      <a:endParaRPr lang="en-IN" sz="1100" b="0" i="0" u="none" strike="noStrike" dirty="0">
                        <a:solidFill>
                          <a:srgbClr val="FFFFFF"/>
                        </a:solidFill>
                        <a:effectLst/>
                        <a:latin typeface="Calibri" panose="020F0502020204030204" pitchFamily="34" charset="0"/>
                      </a:endParaRPr>
                    </a:p>
                  </a:txBody>
                  <a:tcPr marL="6350" marR="6350" marT="6350" marB="0" anchor="b"/>
                </a:tc>
                <a:tc>
                  <a:txBody>
                    <a:bodyPr/>
                    <a:lstStyle/>
                    <a:p>
                      <a:pPr algn="r" fontAlgn="b"/>
                      <a:r>
                        <a:rPr lang="en-IN" sz="1100" u="none" strike="noStrike" dirty="0">
                          <a:effectLst/>
                        </a:rPr>
                        <a:t>0.167</a:t>
                      </a:r>
                      <a:endParaRPr lang="en-IN" sz="1100" b="0" i="0" u="none" strike="noStrike" dirty="0">
                        <a:solidFill>
                          <a:srgbClr val="FFFFFF"/>
                        </a:solidFill>
                        <a:effectLst/>
                        <a:latin typeface="Calibri" panose="020F0502020204030204" pitchFamily="34" charset="0"/>
                      </a:endParaRPr>
                    </a:p>
                  </a:txBody>
                  <a:tcPr marL="6350" marR="6350" marT="6350" marB="0" anchor="b"/>
                </a:tc>
                <a:tc>
                  <a:txBody>
                    <a:bodyPr/>
                    <a:lstStyle/>
                    <a:p>
                      <a:pPr algn="r" fontAlgn="b"/>
                      <a:r>
                        <a:rPr lang="en-IN" sz="1100" u="none" strike="noStrike" dirty="0">
                          <a:effectLst/>
                        </a:rPr>
                        <a:t>21</a:t>
                      </a:r>
                      <a:endParaRPr lang="en-IN" sz="1100" b="0" i="0" u="none" strike="noStrike" dirty="0">
                        <a:solidFill>
                          <a:srgbClr val="FFFFFF"/>
                        </a:solidFill>
                        <a:effectLst/>
                        <a:latin typeface="Calibri" panose="020F0502020204030204" pitchFamily="34" charset="0"/>
                      </a:endParaRPr>
                    </a:p>
                  </a:txBody>
                  <a:tcPr marL="6350" marR="6350" marT="6350" marB="0" anchor="b"/>
                </a:tc>
                <a:tc>
                  <a:txBody>
                    <a:bodyPr/>
                    <a:lstStyle/>
                    <a:p>
                      <a:pPr algn="r" fontAlgn="b"/>
                      <a:r>
                        <a:rPr lang="en-IN" sz="1100" u="none" strike="noStrike" dirty="0">
                          <a:effectLst/>
                        </a:rPr>
                        <a:t>0</a:t>
                      </a:r>
                      <a:endParaRPr lang="en-IN" sz="1100" b="0" i="0" u="none" strike="noStrike" dirty="0">
                        <a:solidFill>
                          <a:srgbClr val="FFFFFF"/>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3928528824"/>
                  </a:ext>
                </a:extLst>
              </a:tr>
              <a:tr h="439921">
                <a:tc>
                  <a:txBody>
                    <a:bodyPr/>
                    <a:lstStyle/>
                    <a:p>
                      <a:pPr algn="r" fontAlgn="b"/>
                      <a:r>
                        <a:rPr lang="en-IN" sz="1100" u="none" strike="noStrike" dirty="0">
                          <a:effectLst/>
                        </a:rPr>
                        <a:t>0</a:t>
                      </a:r>
                      <a:endParaRPr lang="en-IN" sz="1100" b="0" i="0" u="none" strike="noStrike" dirty="0">
                        <a:solidFill>
                          <a:srgbClr val="FFFFFF"/>
                        </a:solidFill>
                        <a:effectLst/>
                        <a:latin typeface="Calibri" panose="020F0502020204030204" pitchFamily="34" charset="0"/>
                      </a:endParaRPr>
                    </a:p>
                  </a:txBody>
                  <a:tcPr marL="6350" marR="6350" marT="6350" marB="0" anchor="b"/>
                </a:tc>
                <a:tc>
                  <a:txBody>
                    <a:bodyPr/>
                    <a:lstStyle/>
                    <a:p>
                      <a:pPr algn="r" fontAlgn="b"/>
                      <a:r>
                        <a:rPr lang="en-IN" sz="1100" u="none" strike="noStrike" dirty="0">
                          <a:effectLst/>
                        </a:rPr>
                        <a:t>137</a:t>
                      </a:r>
                      <a:endParaRPr lang="en-IN" sz="1100" b="0" i="0" u="none" strike="noStrike" dirty="0">
                        <a:solidFill>
                          <a:srgbClr val="FFFFFF"/>
                        </a:solidFill>
                        <a:effectLst/>
                        <a:latin typeface="Calibri" panose="020F0502020204030204" pitchFamily="34" charset="0"/>
                      </a:endParaRPr>
                    </a:p>
                  </a:txBody>
                  <a:tcPr marL="6350" marR="6350" marT="6350" marB="0" anchor="b"/>
                </a:tc>
                <a:tc>
                  <a:txBody>
                    <a:bodyPr/>
                    <a:lstStyle/>
                    <a:p>
                      <a:pPr algn="r" fontAlgn="b"/>
                      <a:r>
                        <a:rPr lang="en-IN" sz="1100" u="none" strike="noStrike" dirty="0">
                          <a:effectLst/>
                        </a:rPr>
                        <a:t>40</a:t>
                      </a:r>
                      <a:endParaRPr lang="en-IN" sz="1100" b="0" i="0" u="none" strike="noStrike" dirty="0">
                        <a:solidFill>
                          <a:srgbClr val="FFFFFF"/>
                        </a:solidFill>
                        <a:effectLst/>
                        <a:latin typeface="Calibri" panose="020F0502020204030204" pitchFamily="34" charset="0"/>
                      </a:endParaRPr>
                    </a:p>
                  </a:txBody>
                  <a:tcPr marL="6350" marR="6350" marT="6350" marB="0" anchor="b"/>
                </a:tc>
                <a:tc>
                  <a:txBody>
                    <a:bodyPr/>
                    <a:lstStyle/>
                    <a:p>
                      <a:pPr algn="r" fontAlgn="b"/>
                      <a:r>
                        <a:rPr lang="en-IN" sz="1100" u="none" strike="noStrike" dirty="0">
                          <a:effectLst/>
                        </a:rPr>
                        <a:t>35</a:t>
                      </a:r>
                      <a:endParaRPr lang="en-IN" sz="1100" b="0" i="0" u="none" strike="noStrike" dirty="0">
                        <a:solidFill>
                          <a:srgbClr val="FFFFFF"/>
                        </a:solidFill>
                        <a:effectLst/>
                        <a:latin typeface="Calibri" panose="020F0502020204030204" pitchFamily="34" charset="0"/>
                      </a:endParaRPr>
                    </a:p>
                  </a:txBody>
                  <a:tcPr marL="6350" marR="6350" marT="6350" marB="0" anchor="b"/>
                </a:tc>
                <a:tc>
                  <a:txBody>
                    <a:bodyPr/>
                    <a:lstStyle/>
                    <a:p>
                      <a:pPr algn="r" fontAlgn="b"/>
                      <a:r>
                        <a:rPr lang="en-IN" sz="1100" u="none" strike="noStrike" dirty="0">
                          <a:effectLst/>
                        </a:rPr>
                        <a:t>168</a:t>
                      </a:r>
                      <a:endParaRPr lang="en-IN" sz="1100" b="0" i="0" u="none" strike="noStrike" dirty="0">
                        <a:solidFill>
                          <a:srgbClr val="FFFFFF"/>
                        </a:solidFill>
                        <a:effectLst/>
                        <a:latin typeface="Calibri" panose="020F0502020204030204" pitchFamily="34" charset="0"/>
                      </a:endParaRPr>
                    </a:p>
                  </a:txBody>
                  <a:tcPr marL="6350" marR="6350" marT="6350" marB="0" anchor="b"/>
                </a:tc>
                <a:tc>
                  <a:txBody>
                    <a:bodyPr/>
                    <a:lstStyle/>
                    <a:p>
                      <a:pPr algn="r" fontAlgn="b"/>
                      <a:r>
                        <a:rPr lang="en-IN" sz="1100" u="none" strike="noStrike" dirty="0">
                          <a:effectLst/>
                        </a:rPr>
                        <a:t>43.1</a:t>
                      </a:r>
                      <a:endParaRPr lang="en-IN" sz="1100" b="0" i="0" u="none" strike="noStrike" dirty="0">
                        <a:solidFill>
                          <a:srgbClr val="FFFFFF"/>
                        </a:solidFill>
                        <a:effectLst/>
                        <a:latin typeface="Calibri" panose="020F0502020204030204" pitchFamily="34" charset="0"/>
                      </a:endParaRPr>
                    </a:p>
                  </a:txBody>
                  <a:tcPr marL="6350" marR="6350" marT="6350" marB="0" anchor="b"/>
                </a:tc>
                <a:tc>
                  <a:txBody>
                    <a:bodyPr/>
                    <a:lstStyle/>
                    <a:p>
                      <a:pPr algn="r" fontAlgn="b"/>
                      <a:r>
                        <a:rPr lang="en-IN" sz="1100" u="none" strike="noStrike" dirty="0">
                          <a:effectLst/>
                        </a:rPr>
                        <a:t>2.288</a:t>
                      </a:r>
                      <a:endParaRPr lang="en-IN" sz="1100" b="0" i="0" u="none" strike="noStrike" dirty="0">
                        <a:solidFill>
                          <a:srgbClr val="FFFFFF"/>
                        </a:solidFill>
                        <a:effectLst/>
                        <a:latin typeface="Calibri" panose="020F0502020204030204" pitchFamily="34" charset="0"/>
                      </a:endParaRPr>
                    </a:p>
                  </a:txBody>
                  <a:tcPr marL="6350" marR="6350" marT="6350" marB="0" anchor="b"/>
                </a:tc>
                <a:tc>
                  <a:txBody>
                    <a:bodyPr/>
                    <a:lstStyle/>
                    <a:p>
                      <a:pPr algn="r" fontAlgn="b"/>
                      <a:r>
                        <a:rPr lang="en-IN" sz="1100" u="none" strike="noStrike" dirty="0">
                          <a:effectLst/>
                        </a:rPr>
                        <a:t>33</a:t>
                      </a:r>
                      <a:endParaRPr lang="en-IN" sz="1100" b="0" i="0" u="none" strike="noStrike" dirty="0">
                        <a:solidFill>
                          <a:srgbClr val="FFFFFF"/>
                        </a:solidFill>
                        <a:effectLst/>
                        <a:latin typeface="Calibri" panose="020F0502020204030204" pitchFamily="34" charset="0"/>
                      </a:endParaRPr>
                    </a:p>
                  </a:txBody>
                  <a:tcPr marL="6350" marR="6350" marT="6350" marB="0" anchor="b"/>
                </a:tc>
                <a:tc>
                  <a:txBody>
                    <a:bodyPr/>
                    <a:lstStyle/>
                    <a:p>
                      <a:pPr algn="r" fontAlgn="b"/>
                      <a:r>
                        <a:rPr lang="en-IN" sz="1100" u="none" strike="noStrike" dirty="0">
                          <a:effectLst/>
                        </a:rPr>
                        <a:t>1</a:t>
                      </a:r>
                      <a:endParaRPr lang="en-IN" sz="1100" b="0" i="0" u="none" strike="noStrike" dirty="0">
                        <a:solidFill>
                          <a:srgbClr val="FFFFFF"/>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4214257780"/>
                  </a:ext>
                </a:extLst>
              </a:tr>
              <a:tr h="439921">
                <a:tc>
                  <a:txBody>
                    <a:bodyPr/>
                    <a:lstStyle/>
                    <a:p>
                      <a:pPr algn="r" fontAlgn="b"/>
                      <a:r>
                        <a:rPr lang="en-IN" sz="1100" u="none" strike="noStrike" dirty="0">
                          <a:effectLst/>
                        </a:rPr>
                        <a:t>5</a:t>
                      </a:r>
                      <a:endParaRPr lang="en-IN" sz="1100" b="0" i="0" u="none" strike="noStrike" dirty="0">
                        <a:solidFill>
                          <a:srgbClr val="FFFFFF"/>
                        </a:solidFill>
                        <a:effectLst/>
                        <a:latin typeface="Calibri" panose="020F0502020204030204" pitchFamily="34" charset="0"/>
                      </a:endParaRPr>
                    </a:p>
                  </a:txBody>
                  <a:tcPr marL="6350" marR="6350" marT="6350" marB="0" anchor="b"/>
                </a:tc>
                <a:tc>
                  <a:txBody>
                    <a:bodyPr/>
                    <a:lstStyle/>
                    <a:p>
                      <a:pPr algn="r" fontAlgn="b"/>
                      <a:r>
                        <a:rPr lang="en-IN" sz="1100" u="none" strike="noStrike" dirty="0">
                          <a:effectLst/>
                        </a:rPr>
                        <a:t>116</a:t>
                      </a:r>
                      <a:endParaRPr lang="en-IN" sz="1100" b="0" i="0" u="none" strike="noStrike" dirty="0">
                        <a:solidFill>
                          <a:srgbClr val="FFFFFF"/>
                        </a:solidFill>
                        <a:effectLst/>
                        <a:latin typeface="Calibri" panose="020F0502020204030204" pitchFamily="34" charset="0"/>
                      </a:endParaRPr>
                    </a:p>
                  </a:txBody>
                  <a:tcPr marL="6350" marR="6350" marT="6350" marB="0" anchor="b"/>
                </a:tc>
                <a:tc>
                  <a:txBody>
                    <a:bodyPr/>
                    <a:lstStyle/>
                    <a:p>
                      <a:pPr algn="r" fontAlgn="b"/>
                      <a:r>
                        <a:rPr lang="en-IN" sz="1100" u="none" strike="noStrike" dirty="0">
                          <a:effectLst/>
                        </a:rPr>
                        <a:t>74</a:t>
                      </a:r>
                      <a:endParaRPr lang="en-IN" sz="1100" b="0" i="0" u="none" strike="noStrike" dirty="0">
                        <a:solidFill>
                          <a:srgbClr val="FFFFFF"/>
                        </a:solidFill>
                        <a:effectLst/>
                        <a:latin typeface="Calibri" panose="020F0502020204030204" pitchFamily="34" charset="0"/>
                      </a:endParaRPr>
                    </a:p>
                  </a:txBody>
                  <a:tcPr marL="6350" marR="6350" marT="6350" marB="0" anchor="b"/>
                </a:tc>
                <a:tc>
                  <a:txBody>
                    <a:bodyPr/>
                    <a:lstStyle/>
                    <a:p>
                      <a:pPr algn="r" fontAlgn="b"/>
                      <a:r>
                        <a:rPr lang="en-IN" sz="1100" u="none" strike="noStrike" dirty="0">
                          <a:effectLst/>
                        </a:rPr>
                        <a:t>0</a:t>
                      </a:r>
                      <a:endParaRPr lang="en-IN" sz="1100" b="0" i="0" u="none" strike="noStrike" dirty="0">
                        <a:solidFill>
                          <a:srgbClr val="FFFFFF"/>
                        </a:solidFill>
                        <a:effectLst/>
                        <a:latin typeface="Calibri" panose="020F0502020204030204" pitchFamily="34" charset="0"/>
                      </a:endParaRPr>
                    </a:p>
                  </a:txBody>
                  <a:tcPr marL="6350" marR="6350" marT="6350" marB="0" anchor="b"/>
                </a:tc>
                <a:tc>
                  <a:txBody>
                    <a:bodyPr/>
                    <a:lstStyle/>
                    <a:p>
                      <a:pPr algn="r" fontAlgn="b"/>
                      <a:r>
                        <a:rPr lang="en-IN" sz="1100" u="none" strike="noStrike" dirty="0">
                          <a:effectLst/>
                        </a:rPr>
                        <a:t>0</a:t>
                      </a:r>
                      <a:endParaRPr lang="en-IN" sz="1100" b="0" i="0" u="none" strike="noStrike" dirty="0">
                        <a:solidFill>
                          <a:srgbClr val="FFFFFF"/>
                        </a:solidFill>
                        <a:effectLst/>
                        <a:latin typeface="Calibri" panose="020F0502020204030204" pitchFamily="34" charset="0"/>
                      </a:endParaRPr>
                    </a:p>
                  </a:txBody>
                  <a:tcPr marL="6350" marR="6350" marT="6350" marB="0" anchor="b"/>
                </a:tc>
                <a:tc>
                  <a:txBody>
                    <a:bodyPr/>
                    <a:lstStyle/>
                    <a:p>
                      <a:pPr algn="r" fontAlgn="b"/>
                      <a:r>
                        <a:rPr lang="en-IN" sz="1100" u="none" strike="noStrike" dirty="0">
                          <a:effectLst/>
                        </a:rPr>
                        <a:t>25.6</a:t>
                      </a:r>
                      <a:endParaRPr lang="en-IN" sz="1100" b="0" i="0" u="none" strike="noStrike" dirty="0">
                        <a:solidFill>
                          <a:srgbClr val="FFFFFF"/>
                        </a:solidFill>
                        <a:effectLst/>
                        <a:latin typeface="Calibri" panose="020F0502020204030204" pitchFamily="34" charset="0"/>
                      </a:endParaRPr>
                    </a:p>
                  </a:txBody>
                  <a:tcPr marL="6350" marR="6350" marT="6350" marB="0" anchor="b"/>
                </a:tc>
                <a:tc>
                  <a:txBody>
                    <a:bodyPr/>
                    <a:lstStyle/>
                    <a:p>
                      <a:pPr algn="r" fontAlgn="b"/>
                      <a:r>
                        <a:rPr lang="en-IN" sz="1100" u="none" strike="noStrike" dirty="0">
                          <a:effectLst/>
                        </a:rPr>
                        <a:t>0.201</a:t>
                      </a:r>
                      <a:endParaRPr lang="en-IN" sz="1100" b="0" i="0" u="none" strike="noStrike" dirty="0">
                        <a:solidFill>
                          <a:srgbClr val="FFFFFF"/>
                        </a:solidFill>
                        <a:effectLst/>
                        <a:latin typeface="Calibri" panose="020F0502020204030204" pitchFamily="34" charset="0"/>
                      </a:endParaRPr>
                    </a:p>
                  </a:txBody>
                  <a:tcPr marL="6350" marR="6350" marT="6350" marB="0" anchor="b"/>
                </a:tc>
                <a:tc>
                  <a:txBody>
                    <a:bodyPr/>
                    <a:lstStyle/>
                    <a:p>
                      <a:pPr algn="r" fontAlgn="b"/>
                      <a:r>
                        <a:rPr lang="en-IN" sz="1100" u="none" strike="noStrike" dirty="0">
                          <a:effectLst/>
                        </a:rPr>
                        <a:t>30</a:t>
                      </a:r>
                      <a:endParaRPr lang="en-IN" sz="1100" b="0" i="0" u="none" strike="noStrike" dirty="0">
                        <a:solidFill>
                          <a:srgbClr val="FFFFFF"/>
                        </a:solidFill>
                        <a:effectLst/>
                        <a:latin typeface="Calibri" panose="020F0502020204030204" pitchFamily="34" charset="0"/>
                      </a:endParaRPr>
                    </a:p>
                  </a:txBody>
                  <a:tcPr marL="6350" marR="6350" marT="6350" marB="0" anchor="b"/>
                </a:tc>
                <a:tc>
                  <a:txBody>
                    <a:bodyPr/>
                    <a:lstStyle/>
                    <a:p>
                      <a:pPr algn="r" fontAlgn="b"/>
                      <a:r>
                        <a:rPr lang="en-IN" sz="1100" u="none" strike="noStrike" dirty="0">
                          <a:effectLst/>
                        </a:rPr>
                        <a:t>0</a:t>
                      </a:r>
                      <a:endParaRPr lang="en-IN" sz="1100" b="0" i="0" u="none" strike="noStrike" dirty="0">
                        <a:solidFill>
                          <a:srgbClr val="FFFFFF"/>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4135871669"/>
                  </a:ext>
                </a:extLst>
              </a:tr>
              <a:tr h="439921">
                <a:tc>
                  <a:txBody>
                    <a:bodyPr/>
                    <a:lstStyle/>
                    <a:p>
                      <a:pPr algn="r" fontAlgn="b"/>
                      <a:r>
                        <a:rPr lang="en-IN" sz="1100" u="none" strike="noStrike" dirty="0">
                          <a:effectLst/>
                        </a:rPr>
                        <a:t>3</a:t>
                      </a:r>
                      <a:endParaRPr lang="en-IN" sz="1100" b="0" i="0" u="none" strike="noStrike" dirty="0">
                        <a:solidFill>
                          <a:srgbClr val="FFFFFF"/>
                        </a:solidFill>
                        <a:effectLst/>
                        <a:latin typeface="Calibri" panose="020F0502020204030204" pitchFamily="34" charset="0"/>
                      </a:endParaRPr>
                    </a:p>
                  </a:txBody>
                  <a:tcPr marL="6350" marR="6350" marT="6350" marB="0" anchor="b"/>
                </a:tc>
                <a:tc>
                  <a:txBody>
                    <a:bodyPr/>
                    <a:lstStyle/>
                    <a:p>
                      <a:pPr algn="r" fontAlgn="b"/>
                      <a:r>
                        <a:rPr lang="en-IN" sz="1100" u="none" strike="noStrike" dirty="0">
                          <a:effectLst/>
                        </a:rPr>
                        <a:t>78</a:t>
                      </a:r>
                      <a:endParaRPr lang="en-IN" sz="1100" b="0" i="0" u="none" strike="noStrike" dirty="0">
                        <a:solidFill>
                          <a:srgbClr val="FFFFFF"/>
                        </a:solidFill>
                        <a:effectLst/>
                        <a:latin typeface="Calibri" panose="020F0502020204030204" pitchFamily="34" charset="0"/>
                      </a:endParaRPr>
                    </a:p>
                  </a:txBody>
                  <a:tcPr marL="6350" marR="6350" marT="6350" marB="0" anchor="b"/>
                </a:tc>
                <a:tc>
                  <a:txBody>
                    <a:bodyPr/>
                    <a:lstStyle/>
                    <a:p>
                      <a:pPr algn="r" fontAlgn="b"/>
                      <a:r>
                        <a:rPr lang="en-IN" sz="1100" u="none" strike="noStrike" dirty="0">
                          <a:effectLst/>
                        </a:rPr>
                        <a:t>50</a:t>
                      </a:r>
                      <a:endParaRPr lang="en-IN" sz="1100" b="0" i="0" u="none" strike="noStrike" dirty="0">
                        <a:solidFill>
                          <a:srgbClr val="FFFFFF"/>
                        </a:solidFill>
                        <a:effectLst/>
                        <a:latin typeface="Calibri" panose="020F0502020204030204" pitchFamily="34" charset="0"/>
                      </a:endParaRPr>
                    </a:p>
                  </a:txBody>
                  <a:tcPr marL="6350" marR="6350" marT="6350" marB="0" anchor="b"/>
                </a:tc>
                <a:tc>
                  <a:txBody>
                    <a:bodyPr/>
                    <a:lstStyle/>
                    <a:p>
                      <a:pPr algn="r" fontAlgn="b"/>
                      <a:r>
                        <a:rPr lang="en-IN" sz="1100" u="none" strike="noStrike" dirty="0">
                          <a:effectLst/>
                        </a:rPr>
                        <a:t>32</a:t>
                      </a:r>
                      <a:endParaRPr lang="en-IN" sz="1100" b="0" i="0" u="none" strike="noStrike" dirty="0">
                        <a:solidFill>
                          <a:srgbClr val="FFFFFF"/>
                        </a:solidFill>
                        <a:effectLst/>
                        <a:latin typeface="Calibri" panose="020F0502020204030204" pitchFamily="34" charset="0"/>
                      </a:endParaRPr>
                    </a:p>
                  </a:txBody>
                  <a:tcPr marL="6350" marR="6350" marT="6350" marB="0" anchor="b"/>
                </a:tc>
                <a:tc>
                  <a:txBody>
                    <a:bodyPr/>
                    <a:lstStyle/>
                    <a:p>
                      <a:pPr algn="r" fontAlgn="b"/>
                      <a:r>
                        <a:rPr lang="en-IN" sz="1100" u="none" strike="noStrike" dirty="0">
                          <a:effectLst/>
                        </a:rPr>
                        <a:t>88</a:t>
                      </a:r>
                      <a:endParaRPr lang="en-IN" sz="1100" b="0" i="0" u="none" strike="noStrike" dirty="0">
                        <a:solidFill>
                          <a:srgbClr val="FFFFFF"/>
                        </a:solidFill>
                        <a:effectLst/>
                        <a:latin typeface="Calibri" panose="020F0502020204030204" pitchFamily="34" charset="0"/>
                      </a:endParaRPr>
                    </a:p>
                  </a:txBody>
                  <a:tcPr marL="6350" marR="6350" marT="6350" marB="0" anchor="b"/>
                </a:tc>
                <a:tc>
                  <a:txBody>
                    <a:bodyPr/>
                    <a:lstStyle/>
                    <a:p>
                      <a:pPr algn="r" fontAlgn="b"/>
                      <a:r>
                        <a:rPr lang="en-IN" sz="1100" u="none" strike="noStrike" dirty="0">
                          <a:effectLst/>
                        </a:rPr>
                        <a:t>31</a:t>
                      </a:r>
                      <a:endParaRPr lang="en-IN" sz="1100" b="0" i="0" u="none" strike="noStrike" dirty="0">
                        <a:solidFill>
                          <a:srgbClr val="FFFFFF"/>
                        </a:solidFill>
                        <a:effectLst/>
                        <a:latin typeface="Calibri" panose="020F0502020204030204" pitchFamily="34" charset="0"/>
                      </a:endParaRPr>
                    </a:p>
                  </a:txBody>
                  <a:tcPr marL="6350" marR="6350" marT="6350" marB="0" anchor="b"/>
                </a:tc>
                <a:tc>
                  <a:txBody>
                    <a:bodyPr/>
                    <a:lstStyle/>
                    <a:p>
                      <a:pPr algn="r" fontAlgn="b"/>
                      <a:r>
                        <a:rPr lang="en-IN" sz="1100" u="none" strike="noStrike" dirty="0">
                          <a:effectLst/>
                        </a:rPr>
                        <a:t>0.248</a:t>
                      </a:r>
                      <a:endParaRPr lang="en-IN" sz="1100" b="0" i="0" u="none" strike="noStrike" dirty="0">
                        <a:solidFill>
                          <a:srgbClr val="FFFFFF"/>
                        </a:solidFill>
                        <a:effectLst/>
                        <a:latin typeface="Calibri" panose="020F0502020204030204" pitchFamily="34" charset="0"/>
                      </a:endParaRPr>
                    </a:p>
                  </a:txBody>
                  <a:tcPr marL="6350" marR="6350" marT="6350" marB="0" anchor="b"/>
                </a:tc>
                <a:tc>
                  <a:txBody>
                    <a:bodyPr/>
                    <a:lstStyle/>
                    <a:p>
                      <a:pPr algn="r" fontAlgn="b"/>
                      <a:r>
                        <a:rPr lang="en-IN" sz="1100" u="none" strike="noStrike" dirty="0">
                          <a:effectLst/>
                        </a:rPr>
                        <a:t>26</a:t>
                      </a:r>
                      <a:endParaRPr lang="en-IN" sz="1100" b="0" i="0" u="none" strike="noStrike" dirty="0">
                        <a:solidFill>
                          <a:srgbClr val="FFFFFF"/>
                        </a:solidFill>
                        <a:effectLst/>
                        <a:latin typeface="Calibri" panose="020F0502020204030204" pitchFamily="34" charset="0"/>
                      </a:endParaRPr>
                    </a:p>
                  </a:txBody>
                  <a:tcPr marL="6350" marR="6350" marT="6350" marB="0" anchor="b"/>
                </a:tc>
                <a:tc>
                  <a:txBody>
                    <a:bodyPr/>
                    <a:lstStyle/>
                    <a:p>
                      <a:pPr algn="r" fontAlgn="b"/>
                      <a:r>
                        <a:rPr lang="en-IN" sz="1100" u="none" strike="noStrike" dirty="0">
                          <a:effectLst/>
                        </a:rPr>
                        <a:t>1</a:t>
                      </a:r>
                      <a:endParaRPr lang="en-IN" sz="1100" b="0" i="0" u="none" strike="noStrike" dirty="0">
                        <a:solidFill>
                          <a:srgbClr val="FFFFFF"/>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3773366495"/>
                  </a:ext>
                </a:extLst>
              </a:tr>
              <a:tr h="439921">
                <a:tc>
                  <a:txBody>
                    <a:bodyPr/>
                    <a:lstStyle/>
                    <a:p>
                      <a:pPr algn="r" fontAlgn="b"/>
                      <a:r>
                        <a:rPr lang="en-IN" sz="1100" u="none" strike="noStrike" dirty="0">
                          <a:effectLst/>
                        </a:rPr>
                        <a:t>10</a:t>
                      </a:r>
                      <a:endParaRPr lang="en-IN" sz="1100" b="0" i="0" u="none" strike="noStrike" dirty="0">
                        <a:solidFill>
                          <a:srgbClr val="FFFFFF"/>
                        </a:solidFill>
                        <a:effectLst/>
                        <a:latin typeface="Calibri" panose="020F0502020204030204" pitchFamily="34" charset="0"/>
                      </a:endParaRPr>
                    </a:p>
                  </a:txBody>
                  <a:tcPr marL="6350" marR="6350" marT="6350" marB="0" anchor="b"/>
                </a:tc>
                <a:tc>
                  <a:txBody>
                    <a:bodyPr/>
                    <a:lstStyle/>
                    <a:p>
                      <a:pPr algn="r" fontAlgn="b"/>
                      <a:r>
                        <a:rPr lang="en-IN" sz="1100" u="none" strike="noStrike" dirty="0">
                          <a:effectLst/>
                        </a:rPr>
                        <a:t>115</a:t>
                      </a:r>
                      <a:endParaRPr lang="en-IN" sz="1100" b="0" i="0" u="none" strike="noStrike" dirty="0">
                        <a:solidFill>
                          <a:srgbClr val="FFFFFF"/>
                        </a:solidFill>
                        <a:effectLst/>
                        <a:latin typeface="Calibri" panose="020F0502020204030204" pitchFamily="34" charset="0"/>
                      </a:endParaRPr>
                    </a:p>
                  </a:txBody>
                  <a:tcPr marL="6350" marR="6350" marT="6350" marB="0" anchor="b"/>
                </a:tc>
                <a:tc>
                  <a:txBody>
                    <a:bodyPr/>
                    <a:lstStyle/>
                    <a:p>
                      <a:pPr algn="r" fontAlgn="b"/>
                      <a:r>
                        <a:rPr lang="en-IN" sz="1100" u="none" strike="noStrike" dirty="0">
                          <a:effectLst/>
                        </a:rPr>
                        <a:t>0</a:t>
                      </a:r>
                      <a:endParaRPr lang="en-IN" sz="1100" b="0" i="0" u="none" strike="noStrike" dirty="0">
                        <a:solidFill>
                          <a:srgbClr val="FFFFFF"/>
                        </a:solidFill>
                        <a:effectLst/>
                        <a:latin typeface="Calibri" panose="020F0502020204030204" pitchFamily="34" charset="0"/>
                      </a:endParaRPr>
                    </a:p>
                  </a:txBody>
                  <a:tcPr marL="6350" marR="6350" marT="6350" marB="0" anchor="b"/>
                </a:tc>
                <a:tc>
                  <a:txBody>
                    <a:bodyPr/>
                    <a:lstStyle/>
                    <a:p>
                      <a:pPr algn="r" fontAlgn="b"/>
                      <a:r>
                        <a:rPr lang="en-IN" sz="1100" u="none" strike="noStrike" dirty="0">
                          <a:effectLst/>
                        </a:rPr>
                        <a:t>0</a:t>
                      </a:r>
                      <a:endParaRPr lang="en-IN" sz="1100" b="0" i="0" u="none" strike="noStrike" dirty="0">
                        <a:solidFill>
                          <a:srgbClr val="FFFFFF"/>
                        </a:solidFill>
                        <a:effectLst/>
                        <a:latin typeface="Calibri" panose="020F0502020204030204" pitchFamily="34" charset="0"/>
                      </a:endParaRPr>
                    </a:p>
                  </a:txBody>
                  <a:tcPr marL="6350" marR="6350" marT="6350" marB="0" anchor="b"/>
                </a:tc>
                <a:tc>
                  <a:txBody>
                    <a:bodyPr/>
                    <a:lstStyle/>
                    <a:p>
                      <a:pPr algn="r" fontAlgn="b"/>
                      <a:r>
                        <a:rPr lang="en-IN" sz="1100" u="none" strike="noStrike" dirty="0">
                          <a:effectLst/>
                        </a:rPr>
                        <a:t>0</a:t>
                      </a:r>
                      <a:endParaRPr lang="en-IN" sz="1100" b="0" i="0" u="none" strike="noStrike" dirty="0">
                        <a:solidFill>
                          <a:srgbClr val="FFFFFF"/>
                        </a:solidFill>
                        <a:effectLst/>
                        <a:latin typeface="Calibri" panose="020F0502020204030204" pitchFamily="34" charset="0"/>
                      </a:endParaRPr>
                    </a:p>
                  </a:txBody>
                  <a:tcPr marL="6350" marR="6350" marT="6350" marB="0" anchor="b"/>
                </a:tc>
                <a:tc>
                  <a:txBody>
                    <a:bodyPr/>
                    <a:lstStyle/>
                    <a:p>
                      <a:pPr algn="r" fontAlgn="b"/>
                      <a:r>
                        <a:rPr lang="en-IN" sz="1100" u="none" strike="noStrike" dirty="0">
                          <a:effectLst/>
                        </a:rPr>
                        <a:t>35.3</a:t>
                      </a:r>
                      <a:endParaRPr lang="en-IN" sz="1100" b="0" i="0" u="none" strike="noStrike" dirty="0">
                        <a:solidFill>
                          <a:srgbClr val="FFFFFF"/>
                        </a:solidFill>
                        <a:effectLst/>
                        <a:latin typeface="Calibri" panose="020F0502020204030204" pitchFamily="34" charset="0"/>
                      </a:endParaRPr>
                    </a:p>
                  </a:txBody>
                  <a:tcPr marL="6350" marR="6350" marT="6350" marB="0" anchor="b"/>
                </a:tc>
                <a:tc>
                  <a:txBody>
                    <a:bodyPr/>
                    <a:lstStyle/>
                    <a:p>
                      <a:pPr algn="r" fontAlgn="b"/>
                      <a:r>
                        <a:rPr lang="en-IN" sz="1100" u="none" strike="noStrike" dirty="0">
                          <a:effectLst/>
                        </a:rPr>
                        <a:t>0.134</a:t>
                      </a:r>
                      <a:endParaRPr lang="en-IN" sz="1100" b="0" i="0" u="none" strike="noStrike" dirty="0">
                        <a:solidFill>
                          <a:srgbClr val="FFFFFF"/>
                        </a:solidFill>
                        <a:effectLst/>
                        <a:latin typeface="Calibri" panose="020F0502020204030204" pitchFamily="34" charset="0"/>
                      </a:endParaRPr>
                    </a:p>
                  </a:txBody>
                  <a:tcPr marL="6350" marR="6350" marT="6350" marB="0" anchor="b"/>
                </a:tc>
                <a:tc>
                  <a:txBody>
                    <a:bodyPr/>
                    <a:lstStyle/>
                    <a:p>
                      <a:pPr algn="r" fontAlgn="b"/>
                      <a:r>
                        <a:rPr lang="en-IN" sz="1100" u="none" strike="noStrike" dirty="0">
                          <a:effectLst/>
                        </a:rPr>
                        <a:t>29</a:t>
                      </a:r>
                      <a:endParaRPr lang="en-IN" sz="1100" b="0" i="0" u="none" strike="noStrike" dirty="0">
                        <a:solidFill>
                          <a:srgbClr val="FFFFFF"/>
                        </a:solidFill>
                        <a:effectLst/>
                        <a:latin typeface="Calibri" panose="020F0502020204030204" pitchFamily="34" charset="0"/>
                      </a:endParaRPr>
                    </a:p>
                  </a:txBody>
                  <a:tcPr marL="6350" marR="6350" marT="6350" marB="0" anchor="b"/>
                </a:tc>
                <a:tc>
                  <a:txBody>
                    <a:bodyPr/>
                    <a:lstStyle/>
                    <a:p>
                      <a:pPr algn="r" fontAlgn="b"/>
                      <a:r>
                        <a:rPr lang="en-IN" sz="1100" u="none" strike="noStrike" dirty="0">
                          <a:effectLst/>
                        </a:rPr>
                        <a:t>0</a:t>
                      </a:r>
                      <a:endParaRPr lang="en-IN" sz="1100" b="0" i="0" u="none" strike="noStrike" dirty="0">
                        <a:solidFill>
                          <a:srgbClr val="FFFFFF"/>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2408151805"/>
                  </a:ext>
                </a:extLst>
              </a:tr>
              <a:tr h="439921">
                <a:tc>
                  <a:txBody>
                    <a:bodyPr/>
                    <a:lstStyle/>
                    <a:p>
                      <a:pPr algn="r" fontAlgn="b"/>
                      <a:r>
                        <a:rPr lang="en-IN" sz="1100" u="none" strike="noStrike" dirty="0">
                          <a:effectLst/>
                        </a:rPr>
                        <a:t>2</a:t>
                      </a:r>
                      <a:endParaRPr lang="en-IN" sz="1100" b="0" i="0" u="none" strike="noStrike" dirty="0">
                        <a:solidFill>
                          <a:srgbClr val="FFFFFF"/>
                        </a:solidFill>
                        <a:effectLst/>
                        <a:latin typeface="Calibri" panose="020F0502020204030204" pitchFamily="34" charset="0"/>
                      </a:endParaRPr>
                    </a:p>
                  </a:txBody>
                  <a:tcPr marL="6350" marR="6350" marT="6350" marB="0" anchor="b"/>
                </a:tc>
                <a:tc>
                  <a:txBody>
                    <a:bodyPr/>
                    <a:lstStyle/>
                    <a:p>
                      <a:pPr algn="r" fontAlgn="b"/>
                      <a:r>
                        <a:rPr lang="en-IN" sz="1100" u="none" strike="noStrike" dirty="0">
                          <a:effectLst/>
                        </a:rPr>
                        <a:t>197</a:t>
                      </a:r>
                      <a:endParaRPr lang="en-IN" sz="1100" b="0" i="0" u="none" strike="noStrike" dirty="0">
                        <a:solidFill>
                          <a:srgbClr val="FFFFFF"/>
                        </a:solidFill>
                        <a:effectLst/>
                        <a:latin typeface="Calibri" panose="020F0502020204030204" pitchFamily="34" charset="0"/>
                      </a:endParaRPr>
                    </a:p>
                  </a:txBody>
                  <a:tcPr marL="6350" marR="6350" marT="6350" marB="0" anchor="b"/>
                </a:tc>
                <a:tc>
                  <a:txBody>
                    <a:bodyPr/>
                    <a:lstStyle/>
                    <a:p>
                      <a:pPr algn="r" fontAlgn="b"/>
                      <a:r>
                        <a:rPr lang="en-IN" sz="1100" u="none" strike="noStrike" dirty="0">
                          <a:effectLst/>
                        </a:rPr>
                        <a:t>70</a:t>
                      </a:r>
                      <a:endParaRPr lang="en-IN" sz="1100" b="0" i="0" u="none" strike="noStrike" dirty="0">
                        <a:solidFill>
                          <a:srgbClr val="FFFFFF"/>
                        </a:solidFill>
                        <a:effectLst/>
                        <a:latin typeface="Calibri" panose="020F0502020204030204" pitchFamily="34" charset="0"/>
                      </a:endParaRPr>
                    </a:p>
                  </a:txBody>
                  <a:tcPr marL="6350" marR="6350" marT="6350" marB="0" anchor="b"/>
                </a:tc>
                <a:tc>
                  <a:txBody>
                    <a:bodyPr/>
                    <a:lstStyle/>
                    <a:p>
                      <a:pPr algn="r" fontAlgn="b"/>
                      <a:r>
                        <a:rPr lang="en-IN" sz="1100" u="none" strike="noStrike" dirty="0">
                          <a:effectLst/>
                        </a:rPr>
                        <a:t>45</a:t>
                      </a:r>
                      <a:endParaRPr lang="en-IN" sz="1100" b="0" i="0" u="none" strike="noStrike" dirty="0">
                        <a:solidFill>
                          <a:srgbClr val="FFFFFF"/>
                        </a:solidFill>
                        <a:effectLst/>
                        <a:latin typeface="Calibri" panose="020F0502020204030204" pitchFamily="34" charset="0"/>
                      </a:endParaRPr>
                    </a:p>
                  </a:txBody>
                  <a:tcPr marL="6350" marR="6350" marT="6350" marB="0" anchor="b"/>
                </a:tc>
                <a:tc>
                  <a:txBody>
                    <a:bodyPr/>
                    <a:lstStyle/>
                    <a:p>
                      <a:pPr algn="r" fontAlgn="b"/>
                      <a:r>
                        <a:rPr lang="en-IN" sz="1100" u="none" strike="noStrike" dirty="0">
                          <a:effectLst/>
                        </a:rPr>
                        <a:t>543</a:t>
                      </a:r>
                      <a:endParaRPr lang="en-IN" sz="1100" b="0" i="0" u="none" strike="noStrike" dirty="0">
                        <a:solidFill>
                          <a:srgbClr val="FFFFFF"/>
                        </a:solidFill>
                        <a:effectLst/>
                        <a:latin typeface="Calibri" panose="020F0502020204030204" pitchFamily="34" charset="0"/>
                      </a:endParaRPr>
                    </a:p>
                  </a:txBody>
                  <a:tcPr marL="6350" marR="6350" marT="6350" marB="0" anchor="b"/>
                </a:tc>
                <a:tc>
                  <a:txBody>
                    <a:bodyPr/>
                    <a:lstStyle/>
                    <a:p>
                      <a:pPr algn="r" fontAlgn="b"/>
                      <a:r>
                        <a:rPr lang="en-IN" sz="1100" u="none" strike="noStrike" dirty="0">
                          <a:effectLst/>
                        </a:rPr>
                        <a:t>30.5</a:t>
                      </a:r>
                      <a:endParaRPr lang="en-IN" sz="1100" b="0" i="0" u="none" strike="noStrike" dirty="0">
                        <a:solidFill>
                          <a:srgbClr val="FFFFFF"/>
                        </a:solidFill>
                        <a:effectLst/>
                        <a:latin typeface="Calibri" panose="020F0502020204030204" pitchFamily="34" charset="0"/>
                      </a:endParaRPr>
                    </a:p>
                  </a:txBody>
                  <a:tcPr marL="6350" marR="6350" marT="6350" marB="0" anchor="b"/>
                </a:tc>
                <a:tc>
                  <a:txBody>
                    <a:bodyPr/>
                    <a:lstStyle/>
                    <a:p>
                      <a:pPr algn="r" fontAlgn="b"/>
                      <a:r>
                        <a:rPr lang="en-IN" sz="1100" u="none" strike="noStrike" dirty="0">
                          <a:effectLst/>
                        </a:rPr>
                        <a:t>0.158</a:t>
                      </a:r>
                      <a:endParaRPr lang="en-IN" sz="1100" b="0" i="0" u="none" strike="noStrike" dirty="0">
                        <a:solidFill>
                          <a:srgbClr val="FFFFFF"/>
                        </a:solidFill>
                        <a:effectLst/>
                        <a:latin typeface="Calibri" panose="020F0502020204030204" pitchFamily="34" charset="0"/>
                      </a:endParaRPr>
                    </a:p>
                  </a:txBody>
                  <a:tcPr marL="6350" marR="6350" marT="6350" marB="0" anchor="b"/>
                </a:tc>
                <a:tc>
                  <a:txBody>
                    <a:bodyPr/>
                    <a:lstStyle/>
                    <a:p>
                      <a:pPr algn="r" fontAlgn="b"/>
                      <a:r>
                        <a:rPr lang="en-IN" sz="1100" u="none" strike="noStrike" dirty="0">
                          <a:effectLst/>
                        </a:rPr>
                        <a:t>53</a:t>
                      </a:r>
                      <a:endParaRPr lang="en-IN" sz="1100" b="0" i="0" u="none" strike="noStrike" dirty="0">
                        <a:solidFill>
                          <a:srgbClr val="FFFFFF"/>
                        </a:solidFill>
                        <a:effectLst/>
                        <a:latin typeface="Calibri" panose="020F0502020204030204" pitchFamily="34" charset="0"/>
                      </a:endParaRPr>
                    </a:p>
                  </a:txBody>
                  <a:tcPr marL="6350" marR="6350" marT="6350" marB="0" anchor="b"/>
                </a:tc>
                <a:tc>
                  <a:txBody>
                    <a:bodyPr/>
                    <a:lstStyle/>
                    <a:p>
                      <a:pPr algn="r" fontAlgn="b"/>
                      <a:r>
                        <a:rPr lang="en-IN" sz="1100" u="none" strike="noStrike" dirty="0">
                          <a:effectLst/>
                        </a:rPr>
                        <a:t>1</a:t>
                      </a:r>
                      <a:endParaRPr lang="en-IN" sz="1100" b="0" i="0" u="none" strike="noStrike" dirty="0">
                        <a:solidFill>
                          <a:srgbClr val="FFFFFF"/>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3967700323"/>
                  </a:ext>
                </a:extLst>
              </a:tr>
              <a:tr h="439921">
                <a:tc>
                  <a:txBody>
                    <a:bodyPr/>
                    <a:lstStyle/>
                    <a:p>
                      <a:pPr algn="r" fontAlgn="b"/>
                      <a:r>
                        <a:rPr lang="en-IN" sz="1100" u="none" strike="noStrike" dirty="0">
                          <a:effectLst/>
                        </a:rPr>
                        <a:t>8</a:t>
                      </a:r>
                      <a:endParaRPr lang="en-IN" sz="1100" b="0" i="0" u="none" strike="noStrike" dirty="0">
                        <a:solidFill>
                          <a:srgbClr val="FFFFFF"/>
                        </a:solidFill>
                        <a:effectLst/>
                        <a:latin typeface="Calibri" panose="020F0502020204030204" pitchFamily="34" charset="0"/>
                      </a:endParaRPr>
                    </a:p>
                  </a:txBody>
                  <a:tcPr marL="6350" marR="6350" marT="6350" marB="0" anchor="b"/>
                </a:tc>
                <a:tc>
                  <a:txBody>
                    <a:bodyPr/>
                    <a:lstStyle/>
                    <a:p>
                      <a:pPr algn="r" fontAlgn="b"/>
                      <a:r>
                        <a:rPr lang="en-IN" sz="1100" u="none" strike="noStrike" dirty="0">
                          <a:effectLst/>
                        </a:rPr>
                        <a:t>125</a:t>
                      </a:r>
                      <a:endParaRPr lang="en-IN" sz="1100" b="0" i="0" u="none" strike="noStrike" dirty="0">
                        <a:solidFill>
                          <a:srgbClr val="FFFFFF"/>
                        </a:solidFill>
                        <a:effectLst/>
                        <a:latin typeface="Calibri" panose="020F0502020204030204" pitchFamily="34" charset="0"/>
                      </a:endParaRPr>
                    </a:p>
                  </a:txBody>
                  <a:tcPr marL="6350" marR="6350" marT="6350" marB="0" anchor="b"/>
                </a:tc>
                <a:tc>
                  <a:txBody>
                    <a:bodyPr/>
                    <a:lstStyle/>
                    <a:p>
                      <a:pPr algn="r" fontAlgn="b"/>
                      <a:r>
                        <a:rPr lang="en-IN" sz="1100" u="none" strike="noStrike" dirty="0">
                          <a:effectLst/>
                        </a:rPr>
                        <a:t>96</a:t>
                      </a:r>
                      <a:endParaRPr lang="en-IN" sz="1100" b="0" i="0" u="none" strike="noStrike" dirty="0">
                        <a:solidFill>
                          <a:srgbClr val="FFFFFF"/>
                        </a:solidFill>
                        <a:effectLst/>
                        <a:latin typeface="Calibri" panose="020F0502020204030204" pitchFamily="34" charset="0"/>
                      </a:endParaRPr>
                    </a:p>
                  </a:txBody>
                  <a:tcPr marL="6350" marR="6350" marT="6350" marB="0" anchor="b"/>
                </a:tc>
                <a:tc>
                  <a:txBody>
                    <a:bodyPr/>
                    <a:lstStyle/>
                    <a:p>
                      <a:pPr algn="r" fontAlgn="b"/>
                      <a:r>
                        <a:rPr lang="en-IN" sz="1100" u="none" strike="noStrike" dirty="0">
                          <a:effectLst/>
                        </a:rPr>
                        <a:t>0</a:t>
                      </a:r>
                      <a:endParaRPr lang="en-IN" sz="1100" b="0" i="0" u="none" strike="noStrike" dirty="0">
                        <a:solidFill>
                          <a:srgbClr val="FFFFFF"/>
                        </a:solidFill>
                        <a:effectLst/>
                        <a:latin typeface="Calibri" panose="020F0502020204030204" pitchFamily="34" charset="0"/>
                      </a:endParaRPr>
                    </a:p>
                  </a:txBody>
                  <a:tcPr marL="6350" marR="6350" marT="6350" marB="0" anchor="b"/>
                </a:tc>
                <a:tc>
                  <a:txBody>
                    <a:bodyPr/>
                    <a:lstStyle/>
                    <a:p>
                      <a:pPr algn="r" fontAlgn="b"/>
                      <a:r>
                        <a:rPr lang="en-IN" sz="1100" u="none" strike="noStrike" dirty="0">
                          <a:effectLst/>
                        </a:rPr>
                        <a:t>0</a:t>
                      </a:r>
                      <a:endParaRPr lang="en-IN" sz="1100" b="0" i="0" u="none" strike="noStrike" dirty="0">
                        <a:solidFill>
                          <a:srgbClr val="FFFFFF"/>
                        </a:solidFill>
                        <a:effectLst/>
                        <a:latin typeface="Calibri" panose="020F0502020204030204" pitchFamily="34" charset="0"/>
                      </a:endParaRPr>
                    </a:p>
                  </a:txBody>
                  <a:tcPr marL="6350" marR="6350" marT="6350" marB="0" anchor="b"/>
                </a:tc>
                <a:tc>
                  <a:txBody>
                    <a:bodyPr/>
                    <a:lstStyle/>
                    <a:p>
                      <a:pPr algn="r" fontAlgn="b"/>
                      <a:r>
                        <a:rPr lang="en-IN" sz="1100" u="none" strike="noStrike" dirty="0">
                          <a:effectLst/>
                        </a:rPr>
                        <a:t>0</a:t>
                      </a:r>
                      <a:endParaRPr lang="en-IN" sz="1100" b="0" i="0" u="none" strike="noStrike" dirty="0">
                        <a:solidFill>
                          <a:srgbClr val="FFFFFF"/>
                        </a:solidFill>
                        <a:effectLst/>
                        <a:latin typeface="Calibri" panose="020F0502020204030204" pitchFamily="34" charset="0"/>
                      </a:endParaRPr>
                    </a:p>
                  </a:txBody>
                  <a:tcPr marL="6350" marR="6350" marT="6350" marB="0" anchor="b"/>
                </a:tc>
                <a:tc>
                  <a:txBody>
                    <a:bodyPr/>
                    <a:lstStyle/>
                    <a:p>
                      <a:pPr algn="r" fontAlgn="b"/>
                      <a:r>
                        <a:rPr lang="en-IN" sz="1100" u="none" strike="noStrike" dirty="0">
                          <a:effectLst/>
                        </a:rPr>
                        <a:t>0.232</a:t>
                      </a:r>
                      <a:endParaRPr lang="en-IN" sz="1100" b="0" i="0" u="none" strike="noStrike" dirty="0">
                        <a:solidFill>
                          <a:srgbClr val="FFFFFF"/>
                        </a:solidFill>
                        <a:effectLst/>
                        <a:latin typeface="Calibri" panose="020F0502020204030204" pitchFamily="34" charset="0"/>
                      </a:endParaRPr>
                    </a:p>
                  </a:txBody>
                  <a:tcPr marL="6350" marR="6350" marT="6350" marB="0" anchor="b"/>
                </a:tc>
                <a:tc>
                  <a:txBody>
                    <a:bodyPr/>
                    <a:lstStyle/>
                    <a:p>
                      <a:pPr algn="r" fontAlgn="b"/>
                      <a:r>
                        <a:rPr lang="en-IN" sz="1100" u="none" strike="noStrike" dirty="0">
                          <a:effectLst/>
                        </a:rPr>
                        <a:t>54</a:t>
                      </a:r>
                      <a:endParaRPr lang="en-IN" sz="1100" b="0" i="0" u="none" strike="noStrike" dirty="0">
                        <a:solidFill>
                          <a:srgbClr val="FFFFFF"/>
                        </a:solidFill>
                        <a:effectLst/>
                        <a:latin typeface="Calibri" panose="020F0502020204030204" pitchFamily="34" charset="0"/>
                      </a:endParaRPr>
                    </a:p>
                  </a:txBody>
                  <a:tcPr marL="6350" marR="6350" marT="6350" marB="0" anchor="b"/>
                </a:tc>
                <a:tc>
                  <a:txBody>
                    <a:bodyPr/>
                    <a:lstStyle/>
                    <a:p>
                      <a:pPr algn="r" fontAlgn="b"/>
                      <a:r>
                        <a:rPr lang="en-IN" sz="1100" u="none" strike="noStrike" dirty="0">
                          <a:effectLst/>
                        </a:rPr>
                        <a:t>1</a:t>
                      </a:r>
                      <a:endParaRPr lang="en-IN" sz="1100" b="0" i="0" u="none" strike="noStrike" dirty="0">
                        <a:solidFill>
                          <a:srgbClr val="FFFFFF"/>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420596665"/>
                  </a:ext>
                </a:extLst>
              </a:tr>
            </a:tbl>
          </a:graphicData>
        </a:graphic>
      </p:graphicFrame>
    </p:spTree>
    <p:extLst>
      <p:ext uri="{BB962C8B-B14F-4D97-AF65-F5344CB8AC3E}">
        <p14:creationId xmlns:p14="http://schemas.microsoft.com/office/powerpoint/2010/main" val="28946963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C9F645-7067-4546-B1BB-E54FC3D22AEA}"/>
              </a:ext>
            </a:extLst>
          </p:cNvPr>
          <p:cNvSpPr>
            <a:spLocks noGrp="1"/>
          </p:cNvSpPr>
          <p:nvPr>
            <p:ph type="title"/>
          </p:nvPr>
        </p:nvSpPr>
        <p:spPr>
          <a:xfrm>
            <a:off x="646111" y="87330"/>
            <a:ext cx="9404723" cy="1765918"/>
          </a:xfrm>
        </p:spPr>
        <p:txBody>
          <a:bodyPr/>
          <a:lstStyle/>
          <a:p>
            <a:r>
              <a:rPr lang="en-IN" dirty="0"/>
              <a:t>                </a:t>
            </a:r>
            <a:r>
              <a:rPr lang="en-IN" sz="4800" b="1" dirty="0">
                <a:latin typeface="Arial" panose="020B0604020202020204" pitchFamily="34" charset="0"/>
                <a:cs typeface="Arial" panose="020B0604020202020204" pitchFamily="34" charset="0"/>
              </a:rPr>
              <a:t>STEPS INVOLVED</a:t>
            </a:r>
          </a:p>
        </p:txBody>
      </p:sp>
      <p:sp>
        <p:nvSpPr>
          <p:cNvPr id="7" name="Content Placeholder 6">
            <a:extLst>
              <a:ext uri="{FF2B5EF4-FFF2-40B4-BE49-F238E27FC236}">
                <a16:creationId xmlns:a16="http://schemas.microsoft.com/office/drawing/2014/main" id="{BC0375F9-916B-43BC-A9EB-10EEFF355945}"/>
              </a:ext>
            </a:extLst>
          </p:cNvPr>
          <p:cNvSpPr>
            <a:spLocks noGrp="1"/>
          </p:cNvSpPr>
          <p:nvPr>
            <p:ph sz="half" idx="2"/>
          </p:nvPr>
        </p:nvSpPr>
        <p:spPr>
          <a:xfrm>
            <a:off x="565079" y="1428108"/>
            <a:ext cx="10980810" cy="5342562"/>
          </a:xfrm>
        </p:spPr>
        <p:txBody>
          <a:bodyPr>
            <a:noAutofit/>
          </a:bodyPr>
          <a:lstStyle/>
          <a:p>
            <a:pPr algn="just">
              <a:buClr>
                <a:schemeClr val="tx1"/>
              </a:buClr>
              <a:buSzPct val="83000"/>
              <a:buFont typeface="Wingdings" panose="05000000000000000000" pitchFamily="2" charset="2"/>
              <a:buChar char="Ø"/>
            </a:pPr>
            <a:r>
              <a:rPr lang="en-US" sz="2800" dirty="0">
                <a:latin typeface="Arial" panose="020B0604020202020204" pitchFamily="34" charset="0"/>
                <a:cs typeface="Arial" panose="020B0604020202020204" pitchFamily="34" charset="0"/>
              </a:rPr>
              <a:t>Importing dataset</a:t>
            </a:r>
          </a:p>
          <a:p>
            <a:pPr algn="just">
              <a:buClr>
                <a:schemeClr val="tx1"/>
              </a:buClr>
              <a:buSzPct val="83000"/>
              <a:buFont typeface="Wingdings" panose="05000000000000000000" pitchFamily="2" charset="2"/>
              <a:buChar char="Ø"/>
            </a:pPr>
            <a:endParaRPr lang="en-US" sz="2800" dirty="0">
              <a:latin typeface="Arial" panose="020B0604020202020204" pitchFamily="34" charset="0"/>
              <a:cs typeface="Arial" panose="020B0604020202020204" pitchFamily="34" charset="0"/>
            </a:endParaRPr>
          </a:p>
          <a:p>
            <a:pPr algn="just">
              <a:buClr>
                <a:schemeClr val="tx1"/>
              </a:buClr>
              <a:buSzPct val="83000"/>
              <a:buFont typeface="Wingdings" panose="05000000000000000000" pitchFamily="2" charset="2"/>
              <a:buChar char="Ø"/>
            </a:pPr>
            <a:r>
              <a:rPr lang="en-US" sz="2800" dirty="0">
                <a:latin typeface="Arial" panose="020B0604020202020204" pitchFamily="34" charset="0"/>
                <a:cs typeface="Arial" panose="020B0604020202020204" pitchFamily="34" charset="0"/>
              </a:rPr>
              <a:t>Analyze the dataset</a:t>
            </a:r>
          </a:p>
          <a:p>
            <a:pPr algn="just">
              <a:buClr>
                <a:schemeClr val="tx1"/>
              </a:buClr>
              <a:buSzPct val="83000"/>
              <a:buFont typeface="Wingdings" panose="05000000000000000000" pitchFamily="2" charset="2"/>
              <a:buChar char="Ø"/>
            </a:pPr>
            <a:endParaRPr lang="en-US" sz="2800" dirty="0">
              <a:latin typeface="Arial" panose="020B0604020202020204" pitchFamily="34" charset="0"/>
              <a:cs typeface="Arial" panose="020B0604020202020204" pitchFamily="34" charset="0"/>
            </a:endParaRPr>
          </a:p>
          <a:p>
            <a:pPr algn="just">
              <a:buClr>
                <a:schemeClr val="tx1"/>
              </a:buClr>
              <a:buSzPct val="83000"/>
              <a:buFont typeface="Wingdings" panose="05000000000000000000" pitchFamily="2" charset="2"/>
              <a:buChar char="Ø"/>
            </a:pPr>
            <a:r>
              <a:rPr lang="en-US" sz="2800" dirty="0">
                <a:latin typeface="Arial" panose="020B0604020202020204" pitchFamily="34" charset="0"/>
                <a:cs typeface="Arial" panose="020B0604020202020204" pitchFamily="34" charset="0"/>
              </a:rPr>
              <a:t>Splitting up of data</a:t>
            </a:r>
          </a:p>
          <a:p>
            <a:pPr algn="just">
              <a:buClr>
                <a:schemeClr val="tx1"/>
              </a:buClr>
              <a:buSzPct val="83000"/>
              <a:buFont typeface="Wingdings" panose="05000000000000000000" pitchFamily="2" charset="2"/>
              <a:buChar char="Ø"/>
            </a:pPr>
            <a:endParaRPr lang="en-US" sz="2800" dirty="0">
              <a:latin typeface="Arial" panose="020B0604020202020204" pitchFamily="34" charset="0"/>
              <a:cs typeface="Arial" panose="020B0604020202020204" pitchFamily="34" charset="0"/>
            </a:endParaRPr>
          </a:p>
          <a:p>
            <a:pPr algn="just">
              <a:buClr>
                <a:schemeClr val="tx1"/>
              </a:buClr>
              <a:buSzPct val="83000"/>
              <a:buFont typeface="Wingdings" panose="05000000000000000000" pitchFamily="2" charset="2"/>
              <a:buChar char="Ø"/>
            </a:pPr>
            <a:r>
              <a:rPr lang="en-US" sz="2800" dirty="0">
                <a:latin typeface="Arial" panose="020B0604020202020204" pitchFamily="34" charset="0"/>
                <a:cs typeface="Arial" panose="020B0604020202020204" pitchFamily="34" charset="0"/>
              </a:rPr>
              <a:t>Applying ML algorithm</a:t>
            </a:r>
          </a:p>
          <a:p>
            <a:pPr algn="just">
              <a:buClr>
                <a:schemeClr val="tx1"/>
              </a:buClr>
              <a:buSzPct val="83000"/>
              <a:buFont typeface="Wingdings" panose="05000000000000000000" pitchFamily="2" charset="2"/>
              <a:buChar char="Ø"/>
            </a:pPr>
            <a:endParaRPr lang="en-US" sz="2800" dirty="0">
              <a:latin typeface="Arial" panose="020B0604020202020204" pitchFamily="34" charset="0"/>
              <a:cs typeface="Arial" panose="020B0604020202020204" pitchFamily="34" charset="0"/>
            </a:endParaRPr>
          </a:p>
          <a:p>
            <a:pPr algn="just">
              <a:buClr>
                <a:schemeClr val="tx1"/>
              </a:buClr>
              <a:buSzPct val="83000"/>
              <a:buFont typeface="Wingdings" panose="05000000000000000000" pitchFamily="2" charset="2"/>
              <a:buChar char="Ø"/>
            </a:pPr>
            <a:r>
              <a:rPr lang="en-US" sz="2800" dirty="0">
                <a:latin typeface="Arial" panose="020B0604020202020204" pitchFamily="34" charset="0"/>
                <a:cs typeface="Arial" panose="020B0604020202020204" pitchFamily="34" charset="0"/>
              </a:rPr>
              <a:t>Evaluation of model</a:t>
            </a:r>
          </a:p>
          <a:p>
            <a:pPr marL="0" indent="0" algn="just">
              <a:buClr>
                <a:schemeClr val="tx1"/>
              </a:buClr>
              <a:buSzPct val="83000"/>
              <a:buNone/>
            </a:pPr>
            <a:endParaRPr lang="en-IN" sz="2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672713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anim calcmode="lin" valueType="num">
                                      <p:cBhvr>
                                        <p:cTn id="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7">
                                            <p:txEl>
                                              <p:pRg st="2" end="2"/>
                                            </p:txEl>
                                          </p:spTgt>
                                        </p:tgtEl>
                                        <p:attrNameLst>
                                          <p:attrName>style.visibility</p:attrName>
                                        </p:attrNameLst>
                                      </p:cBhvr>
                                      <p:to>
                                        <p:strVal val="visible"/>
                                      </p:to>
                                    </p:set>
                                    <p:animEffect transition="in" filter="fade">
                                      <p:cBhvr>
                                        <p:cTn id="14" dur="1000"/>
                                        <p:tgtEl>
                                          <p:spTgt spid="7">
                                            <p:txEl>
                                              <p:pRg st="2" end="2"/>
                                            </p:txEl>
                                          </p:spTgt>
                                        </p:tgtEl>
                                      </p:cBhvr>
                                    </p:animEffect>
                                    <p:anim calcmode="lin" valueType="num">
                                      <p:cBhvr>
                                        <p:cTn id="15"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7">
                                            <p:txEl>
                                              <p:pRg st="4" end="4"/>
                                            </p:txEl>
                                          </p:spTgt>
                                        </p:tgtEl>
                                        <p:attrNameLst>
                                          <p:attrName>style.visibility</p:attrName>
                                        </p:attrNameLst>
                                      </p:cBhvr>
                                      <p:to>
                                        <p:strVal val="visible"/>
                                      </p:to>
                                    </p:set>
                                    <p:animEffect transition="in" filter="fade">
                                      <p:cBhvr>
                                        <p:cTn id="21" dur="1000"/>
                                        <p:tgtEl>
                                          <p:spTgt spid="7">
                                            <p:txEl>
                                              <p:pRg st="4" end="4"/>
                                            </p:txEl>
                                          </p:spTgt>
                                        </p:tgtEl>
                                      </p:cBhvr>
                                    </p:animEffect>
                                    <p:anim calcmode="lin" valueType="num">
                                      <p:cBhvr>
                                        <p:cTn id="22"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7">
                                            <p:txEl>
                                              <p:pRg st="6" end="6"/>
                                            </p:txEl>
                                          </p:spTgt>
                                        </p:tgtEl>
                                        <p:attrNameLst>
                                          <p:attrName>style.visibility</p:attrName>
                                        </p:attrNameLst>
                                      </p:cBhvr>
                                      <p:to>
                                        <p:strVal val="visible"/>
                                      </p:to>
                                    </p:set>
                                    <p:animEffect transition="in" filter="fade">
                                      <p:cBhvr>
                                        <p:cTn id="28" dur="1000"/>
                                        <p:tgtEl>
                                          <p:spTgt spid="7">
                                            <p:txEl>
                                              <p:pRg st="6" end="6"/>
                                            </p:txEl>
                                          </p:spTgt>
                                        </p:tgtEl>
                                      </p:cBhvr>
                                    </p:animEffect>
                                    <p:anim calcmode="lin" valueType="num">
                                      <p:cBhvr>
                                        <p:cTn id="29"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7">
                                            <p:txEl>
                                              <p:pRg st="8" end="8"/>
                                            </p:txEl>
                                          </p:spTgt>
                                        </p:tgtEl>
                                        <p:attrNameLst>
                                          <p:attrName>style.visibility</p:attrName>
                                        </p:attrNameLst>
                                      </p:cBhvr>
                                      <p:to>
                                        <p:strVal val="visible"/>
                                      </p:to>
                                    </p:set>
                                    <p:animEffect transition="in" filter="fade">
                                      <p:cBhvr>
                                        <p:cTn id="35" dur="1000"/>
                                        <p:tgtEl>
                                          <p:spTgt spid="7">
                                            <p:txEl>
                                              <p:pRg st="8" end="8"/>
                                            </p:txEl>
                                          </p:spTgt>
                                        </p:tgtEl>
                                      </p:cBhvr>
                                    </p:animEffect>
                                    <p:anim calcmode="lin" valueType="num">
                                      <p:cBhvr>
                                        <p:cTn id="36" dur="1000" fill="hold"/>
                                        <p:tgtEl>
                                          <p:spTgt spid="7">
                                            <p:txEl>
                                              <p:pRg st="8" end="8"/>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30D538-3529-4C29-819F-65CECF3948EA}"/>
              </a:ext>
            </a:extLst>
          </p:cNvPr>
          <p:cNvSpPr>
            <a:spLocks noGrp="1"/>
          </p:cNvSpPr>
          <p:nvPr>
            <p:ph type="title"/>
          </p:nvPr>
        </p:nvSpPr>
        <p:spPr>
          <a:xfrm>
            <a:off x="646111" y="842480"/>
            <a:ext cx="9404723" cy="852755"/>
          </a:xfrm>
        </p:spPr>
        <p:txBody>
          <a:bodyPr/>
          <a:lstStyle/>
          <a:p>
            <a:pPr marL="514350" indent="-514350">
              <a:buFont typeface="+mj-lt"/>
              <a:buAutoNum type="arabicPeriod"/>
            </a:pPr>
            <a:r>
              <a:rPr lang="en-IN" sz="2800" b="1" dirty="0">
                <a:latin typeface="Arial" panose="020B0604020202020204" pitchFamily="34" charset="0"/>
                <a:cs typeface="Arial" panose="020B0604020202020204" pitchFamily="34" charset="0"/>
              </a:rPr>
              <a:t>IMPORTING DATASET </a:t>
            </a:r>
          </a:p>
        </p:txBody>
      </p:sp>
      <p:sp>
        <p:nvSpPr>
          <p:cNvPr id="3" name="Content Placeholder 2">
            <a:extLst>
              <a:ext uri="{FF2B5EF4-FFF2-40B4-BE49-F238E27FC236}">
                <a16:creationId xmlns:a16="http://schemas.microsoft.com/office/drawing/2014/main" id="{B3A2492B-0428-4AF3-8D8D-BBF8FF262D4C}"/>
              </a:ext>
            </a:extLst>
          </p:cNvPr>
          <p:cNvSpPr>
            <a:spLocks noGrp="1"/>
          </p:cNvSpPr>
          <p:nvPr>
            <p:ph idx="1"/>
          </p:nvPr>
        </p:nvSpPr>
        <p:spPr>
          <a:xfrm>
            <a:off x="400692" y="1068512"/>
            <a:ext cx="9649161" cy="5179887"/>
          </a:xfrm>
        </p:spPr>
        <p:txBody>
          <a:bodyPr>
            <a:normAutofit/>
          </a:bodyPr>
          <a:lstStyle/>
          <a:p>
            <a:pPr marL="0" indent="0">
              <a:buNone/>
            </a:pPr>
            <a:endParaRPr lang="en-US" sz="2800" dirty="0">
              <a:latin typeface="Arial" panose="020B0604020202020204" pitchFamily="34" charset="0"/>
              <a:cs typeface="Arial" panose="020B0604020202020204" pitchFamily="34" charset="0"/>
            </a:endParaRPr>
          </a:p>
          <a:p>
            <a:pPr marL="0" indent="0">
              <a:buNone/>
            </a:pPr>
            <a:r>
              <a:rPr lang="en-US" sz="2800" dirty="0">
                <a:latin typeface="Arial" panose="020B0604020202020204" pitchFamily="34" charset="0"/>
                <a:cs typeface="Arial" panose="020B0604020202020204" pitchFamily="34" charset="0"/>
              </a:rPr>
              <a:t>The basic process of loading data from a CSV file into a pandas data frame is achieved using the </a:t>
            </a:r>
            <a:r>
              <a:rPr lang="en-US" sz="2800" b="1" dirty="0">
                <a:latin typeface="Arial" panose="020B0604020202020204" pitchFamily="34" charset="0"/>
                <a:cs typeface="Arial" panose="020B0604020202020204" pitchFamily="34" charset="0"/>
              </a:rPr>
              <a:t>“read_csv” </a:t>
            </a:r>
            <a:r>
              <a:rPr lang="en-US" sz="2800" dirty="0">
                <a:latin typeface="Arial" panose="020B0604020202020204" pitchFamily="34" charset="0"/>
                <a:cs typeface="Arial" panose="020B0604020202020204" pitchFamily="34" charset="0"/>
              </a:rPr>
              <a:t>function in pandas as pd .read csv(“Filename.csv”)</a:t>
            </a:r>
          </a:p>
          <a:p>
            <a:pPr marL="0" indent="0">
              <a:buNone/>
            </a:pPr>
            <a:endParaRPr lang="en-US" sz="2800" dirty="0">
              <a:latin typeface="Arial" panose="020B0604020202020204" pitchFamily="34" charset="0"/>
              <a:cs typeface="Arial" panose="020B0604020202020204" pitchFamily="34" charset="0"/>
            </a:endParaRPr>
          </a:p>
          <a:p>
            <a:pPr marL="0" indent="0">
              <a:buNone/>
            </a:pPr>
            <a:endParaRPr lang="en-US" sz="2800" dirty="0">
              <a:latin typeface="Arial" panose="020B0604020202020204" pitchFamily="34" charset="0"/>
              <a:cs typeface="Arial" panose="020B0604020202020204" pitchFamily="34" charset="0"/>
            </a:endParaRPr>
          </a:p>
          <a:p>
            <a:pPr marL="0" indent="0">
              <a:buNone/>
            </a:pPr>
            <a:r>
              <a:rPr lang="en-US" sz="2800" dirty="0">
                <a:latin typeface="Arial" panose="020B0604020202020204" pitchFamily="34" charset="0"/>
                <a:cs typeface="Arial" panose="020B0604020202020204" pitchFamily="34" charset="0"/>
              </a:rPr>
              <a:t>  </a:t>
            </a:r>
            <a:r>
              <a:rPr lang="en-US" sz="2800" b="1" dirty="0">
                <a:latin typeface="Arial" panose="020B0604020202020204" pitchFamily="34" charset="0"/>
                <a:cs typeface="Arial" panose="020B0604020202020204" pitchFamily="34" charset="0"/>
              </a:rPr>
              <a:t>2.  ANALYSING DATASET</a:t>
            </a:r>
          </a:p>
          <a:p>
            <a:pPr marL="0" indent="0">
              <a:buNone/>
            </a:pPr>
            <a:r>
              <a:rPr lang="en-US" sz="2800" dirty="0">
                <a:latin typeface="Arial" panose="020B0604020202020204" pitchFamily="34" charset="0"/>
                <a:cs typeface="Arial" panose="020B0604020202020204" pitchFamily="34" charset="0"/>
              </a:rPr>
              <a:t>Basically we need to analyze the and remove the columns which are not necessary and use the ones which are necessary and handle the missing value if any</a:t>
            </a:r>
          </a:p>
          <a:p>
            <a:pPr marL="0" indent="0">
              <a:buNone/>
            </a:pPr>
            <a:endParaRPr lang="en-IN" sz="2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377781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B61FCF-AB58-4CE1-9C3B-5B990FEC44E3}"/>
              </a:ext>
            </a:extLst>
          </p:cNvPr>
          <p:cNvSpPr>
            <a:spLocks noGrp="1"/>
          </p:cNvSpPr>
          <p:nvPr>
            <p:ph type="title"/>
          </p:nvPr>
        </p:nvSpPr>
        <p:spPr>
          <a:xfrm>
            <a:off x="550843" y="465221"/>
            <a:ext cx="10381341" cy="6235758"/>
          </a:xfrm>
        </p:spPr>
        <p:txBody>
          <a:bodyPr/>
          <a:lstStyle/>
          <a:p>
            <a:r>
              <a:rPr lang="en-IN" sz="2800" b="1" dirty="0">
                <a:latin typeface="Arial" panose="020B0604020202020204" pitchFamily="34" charset="0"/>
                <a:cs typeface="Arial" panose="020B0604020202020204" pitchFamily="34" charset="0"/>
              </a:rPr>
              <a:t>3. SPLITTING UP OF DATA</a:t>
            </a:r>
            <a:br>
              <a:rPr lang="en-IN" sz="3600" dirty="0">
                <a:latin typeface="Arial" panose="020B0604020202020204" pitchFamily="34" charset="0"/>
                <a:cs typeface="Arial" panose="020B0604020202020204" pitchFamily="34" charset="0"/>
              </a:rPr>
            </a:br>
            <a:br>
              <a:rPr lang="en-IN" sz="3600" dirty="0">
                <a:latin typeface="Arial" panose="020B0604020202020204" pitchFamily="34" charset="0"/>
                <a:cs typeface="Arial" panose="020B0604020202020204" pitchFamily="34" charset="0"/>
              </a:rPr>
            </a:br>
            <a:r>
              <a:rPr lang="en-IN" sz="2800" u="sng" dirty="0">
                <a:latin typeface="Arial" panose="020B0604020202020204" pitchFamily="34" charset="0"/>
                <a:cs typeface="Arial" panose="020B0604020202020204" pitchFamily="34" charset="0"/>
              </a:rPr>
              <a:t>Requirements:</a:t>
            </a:r>
            <a:br>
              <a:rPr lang="en-IN" sz="2800" dirty="0">
                <a:latin typeface="Arial" panose="020B0604020202020204" pitchFamily="34" charset="0"/>
                <a:cs typeface="Arial" panose="020B0604020202020204" pitchFamily="34" charset="0"/>
              </a:rPr>
            </a:br>
            <a:r>
              <a:rPr lang="en-IN" sz="2800" dirty="0">
                <a:latin typeface="Arial" panose="020B0604020202020204" pitchFamily="34" charset="0"/>
                <a:cs typeface="Arial" panose="020B0604020202020204" pitchFamily="34" charset="0"/>
              </a:rPr>
              <a:t> Import train _test_ spilt from sklearn .model_selection</a:t>
            </a:r>
            <a:br>
              <a:rPr lang="en-IN" sz="2800" dirty="0">
                <a:latin typeface="Arial" panose="020B0604020202020204" pitchFamily="34" charset="0"/>
                <a:cs typeface="Arial" panose="020B0604020202020204" pitchFamily="34" charset="0"/>
              </a:rPr>
            </a:br>
            <a:br>
              <a:rPr lang="en-IN" sz="2800" dirty="0">
                <a:latin typeface="Arial" panose="020B0604020202020204" pitchFamily="34" charset="0"/>
                <a:cs typeface="Arial" panose="020B0604020202020204" pitchFamily="34" charset="0"/>
              </a:rPr>
            </a:br>
            <a:r>
              <a:rPr lang="en-IN" sz="2800" dirty="0">
                <a:latin typeface="Arial" panose="020B0604020202020204" pitchFamily="34" charset="0"/>
                <a:cs typeface="Arial" panose="020B0604020202020204" pitchFamily="34" charset="0"/>
              </a:rPr>
              <a:t>Data is splitted into Training and Testing set based on size of the </a:t>
            </a:r>
            <a:br>
              <a:rPr lang="en-IN" sz="2800" dirty="0">
                <a:latin typeface="Arial" panose="020B0604020202020204" pitchFamily="34" charset="0"/>
                <a:cs typeface="Arial" panose="020B0604020202020204" pitchFamily="34" charset="0"/>
              </a:rPr>
            </a:br>
            <a:br>
              <a:rPr lang="en-IN" sz="2800" dirty="0">
                <a:latin typeface="Arial" panose="020B0604020202020204" pitchFamily="34" charset="0"/>
                <a:cs typeface="Arial" panose="020B0604020202020204" pitchFamily="34" charset="0"/>
              </a:rPr>
            </a:br>
            <a:br>
              <a:rPr lang="en-IN" sz="2800" dirty="0">
                <a:latin typeface="Arial" panose="020B0604020202020204" pitchFamily="34" charset="0"/>
                <a:cs typeface="Arial" panose="020B0604020202020204" pitchFamily="34" charset="0"/>
              </a:rPr>
            </a:br>
            <a:br>
              <a:rPr lang="en-IN" sz="2800" dirty="0">
                <a:latin typeface="Arial" panose="020B0604020202020204" pitchFamily="34" charset="0"/>
                <a:cs typeface="Arial" panose="020B0604020202020204" pitchFamily="34" charset="0"/>
              </a:rPr>
            </a:br>
            <a:endParaRPr lang="en-IN" sz="2800" dirty="0">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CE9D8D41-975B-49CA-8CD6-D00849C353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96620" y="3883208"/>
            <a:ext cx="6688477" cy="1942239"/>
          </a:xfrm>
          <a:prstGeom prst="rect">
            <a:avLst/>
          </a:prstGeom>
        </p:spPr>
      </p:pic>
    </p:spTree>
    <p:extLst>
      <p:ext uri="{BB962C8B-B14F-4D97-AF65-F5344CB8AC3E}">
        <p14:creationId xmlns:p14="http://schemas.microsoft.com/office/powerpoint/2010/main" val="34921659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E467F1-6475-4752-AF16-815DDCFC9E84}"/>
              </a:ext>
            </a:extLst>
          </p:cNvPr>
          <p:cNvSpPr>
            <a:spLocks noGrp="1"/>
          </p:cNvSpPr>
          <p:nvPr>
            <p:ph type="title"/>
          </p:nvPr>
        </p:nvSpPr>
        <p:spPr>
          <a:xfrm>
            <a:off x="646111" y="452717"/>
            <a:ext cx="9404723" cy="6256307"/>
          </a:xfrm>
        </p:spPr>
        <p:txBody>
          <a:bodyPr/>
          <a:lstStyle/>
          <a:p>
            <a:br>
              <a:rPr lang="en-US" sz="2800" b="1" dirty="0">
                <a:latin typeface="Arial" panose="020B0604020202020204" pitchFamily="34" charset="0"/>
                <a:cs typeface="Arial" panose="020B0604020202020204" pitchFamily="34" charset="0"/>
              </a:rPr>
            </a:br>
            <a:r>
              <a:rPr lang="en-US" sz="2800" b="1" dirty="0">
                <a:latin typeface="Arial" panose="020B0604020202020204" pitchFamily="34" charset="0"/>
                <a:cs typeface="Arial" panose="020B0604020202020204" pitchFamily="34" charset="0"/>
              </a:rPr>
              <a:t>4. APPLYING ML ALGORITHM</a:t>
            </a:r>
            <a:br>
              <a:rPr lang="en-US" sz="2800" b="1" dirty="0">
                <a:latin typeface="Arial" panose="020B0604020202020204" pitchFamily="34" charset="0"/>
                <a:cs typeface="Arial" panose="020B0604020202020204" pitchFamily="34" charset="0"/>
              </a:rPr>
            </a:br>
            <a:br>
              <a:rPr lang="en-US" sz="2800" b="1" dirty="0">
                <a:latin typeface="Arial" panose="020B0604020202020204" pitchFamily="34" charset="0"/>
                <a:cs typeface="Arial" panose="020B0604020202020204" pitchFamily="34" charset="0"/>
              </a:rPr>
            </a:br>
            <a:r>
              <a:rPr lang="en-US" sz="2800" dirty="0">
                <a:latin typeface="Arial" panose="020B0604020202020204" pitchFamily="34" charset="0"/>
                <a:cs typeface="Arial" panose="020B0604020202020204" pitchFamily="34" charset="0"/>
              </a:rPr>
              <a:t>Classification is the process of predicting the class of given data points . Classification predictive modeling is the task of approximating a mapping function(F) from input variables(X) to discrete output variables(Y).</a:t>
            </a:r>
            <a:br>
              <a:rPr lang="en-US" sz="2800" dirty="0">
                <a:latin typeface="Arial" panose="020B0604020202020204" pitchFamily="34" charset="0"/>
                <a:cs typeface="Arial" panose="020B0604020202020204" pitchFamily="34" charset="0"/>
              </a:rPr>
            </a:br>
            <a:br>
              <a:rPr lang="en-US" sz="2800" dirty="0">
                <a:latin typeface="Arial" panose="020B0604020202020204" pitchFamily="34" charset="0"/>
                <a:cs typeface="Arial" panose="020B0604020202020204" pitchFamily="34" charset="0"/>
              </a:rPr>
            </a:br>
            <a:r>
              <a:rPr lang="en-US" sz="2800" dirty="0">
                <a:latin typeface="Arial" panose="020B0604020202020204" pitchFamily="34" charset="0"/>
                <a:cs typeface="Arial" panose="020B0604020202020204" pitchFamily="34" charset="0"/>
              </a:rPr>
              <a:t>&gt;Linear classifiers : Logistic regression </a:t>
            </a:r>
            <a:br>
              <a:rPr lang="en-US" sz="2800" dirty="0">
                <a:latin typeface="Arial" panose="020B0604020202020204" pitchFamily="34" charset="0"/>
                <a:cs typeface="Arial" panose="020B0604020202020204" pitchFamily="34" charset="0"/>
              </a:rPr>
            </a:br>
            <a:r>
              <a:rPr lang="en-US" sz="2800" dirty="0">
                <a:latin typeface="Arial" panose="020B0604020202020204" pitchFamily="34" charset="0"/>
                <a:cs typeface="Arial" panose="020B0604020202020204" pitchFamily="34" charset="0"/>
              </a:rPr>
              <a:t>&gt;Nearest neighbor </a:t>
            </a:r>
            <a:br>
              <a:rPr lang="en-US" sz="2800" dirty="0">
                <a:latin typeface="Arial" panose="020B0604020202020204" pitchFamily="34" charset="0"/>
                <a:cs typeface="Arial" panose="020B0604020202020204" pitchFamily="34" charset="0"/>
              </a:rPr>
            </a:br>
            <a:r>
              <a:rPr lang="en-US" sz="2800" dirty="0">
                <a:latin typeface="Arial" panose="020B0604020202020204" pitchFamily="34" charset="0"/>
                <a:cs typeface="Arial" panose="020B0604020202020204" pitchFamily="34" charset="0"/>
              </a:rPr>
              <a:t>&gt;Random forest.</a:t>
            </a:r>
            <a:br>
              <a:rPr lang="en-US" sz="2800" dirty="0">
                <a:latin typeface="Arial" panose="020B0604020202020204" pitchFamily="34" charset="0"/>
                <a:cs typeface="Arial" panose="020B0604020202020204" pitchFamily="34" charset="0"/>
              </a:rPr>
            </a:br>
            <a:endParaRPr lang="en-IN" sz="2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824381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42BC3B-CA8D-4BA0-A8AE-CDE506BEB7B3}"/>
              </a:ext>
            </a:extLst>
          </p:cNvPr>
          <p:cNvSpPr>
            <a:spLocks noGrp="1"/>
          </p:cNvSpPr>
          <p:nvPr>
            <p:ph type="title"/>
          </p:nvPr>
        </p:nvSpPr>
        <p:spPr>
          <a:xfrm>
            <a:off x="646111" y="452718"/>
            <a:ext cx="9404723" cy="6184388"/>
          </a:xfrm>
        </p:spPr>
        <p:txBody>
          <a:bodyPr/>
          <a:lstStyle/>
          <a:p>
            <a:r>
              <a:rPr lang="en-US" sz="2800" b="1" dirty="0">
                <a:latin typeface="Arial" panose="020B0604020202020204" pitchFamily="34" charset="0"/>
                <a:cs typeface="Arial" panose="020B0604020202020204" pitchFamily="34" charset="0"/>
              </a:rPr>
              <a:t>5.EVALUATION OF MODEL</a:t>
            </a:r>
            <a:br>
              <a:rPr lang="en-US" sz="2800" b="1" dirty="0">
                <a:latin typeface="Arial" panose="020B0604020202020204" pitchFamily="34" charset="0"/>
                <a:cs typeface="Arial" panose="020B0604020202020204" pitchFamily="34" charset="0"/>
              </a:rPr>
            </a:br>
            <a:br>
              <a:rPr lang="en-US" sz="2800" dirty="0">
                <a:latin typeface="Arial" panose="020B0604020202020204" pitchFamily="34" charset="0"/>
                <a:cs typeface="Arial" panose="020B0604020202020204" pitchFamily="34" charset="0"/>
              </a:rPr>
            </a:br>
            <a:r>
              <a:rPr lang="en-US" sz="2800" dirty="0">
                <a:latin typeface="Arial" panose="020B0604020202020204" pitchFamily="34" charset="0"/>
                <a:cs typeface="Arial" panose="020B0604020202020204" pitchFamily="34" charset="0"/>
              </a:rPr>
              <a:t>Accuracy is a common evaluation metric for classification problems . It’s the number of correct predictions made as a ratio of  all predictions made.</a:t>
            </a:r>
            <a:br>
              <a:rPr lang="en-US" sz="2800" dirty="0">
                <a:latin typeface="Arial" panose="020B0604020202020204" pitchFamily="34" charset="0"/>
                <a:cs typeface="Arial" panose="020B0604020202020204" pitchFamily="34" charset="0"/>
              </a:rPr>
            </a:br>
            <a:br>
              <a:rPr lang="en-US" sz="2800" dirty="0">
                <a:latin typeface="Arial" panose="020B0604020202020204" pitchFamily="34" charset="0"/>
                <a:cs typeface="Arial" panose="020B0604020202020204" pitchFamily="34" charset="0"/>
              </a:rPr>
            </a:br>
            <a:r>
              <a:rPr lang="en-US" sz="2800" u="sng" dirty="0">
                <a:latin typeface="Arial" panose="020B0604020202020204" pitchFamily="34" charset="0"/>
                <a:cs typeface="Arial" panose="020B0604020202020204" pitchFamily="34" charset="0"/>
              </a:rPr>
              <a:t>REQUIREMENTS:</a:t>
            </a:r>
            <a:br>
              <a:rPr lang="en-US" sz="2800" u="sng" dirty="0">
                <a:latin typeface="Arial" panose="020B0604020202020204" pitchFamily="34" charset="0"/>
                <a:cs typeface="Arial" panose="020B0604020202020204" pitchFamily="34" charset="0"/>
              </a:rPr>
            </a:br>
            <a:br>
              <a:rPr lang="en-US" sz="2800" u="sng" dirty="0">
                <a:latin typeface="Arial" panose="020B0604020202020204" pitchFamily="34" charset="0"/>
                <a:cs typeface="Arial" panose="020B0604020202020204" pitchFamily="34" charset="0"/>
              </a:rPr>
            </a:br>
            <a:r>
              <a:rPr lang="en-US" sz="2800" dirty="0">
                <a:latin typeface="Arial" panose="020B0604020202020204" pitchFamily="34" charset="0"/>
                <a:cs typeface="Arial" panose="020B0604020202020204" pitchFamily="34" charset="0"/>
              </a:rPr>
              <a:t>&gt;Import accuracy_score from sklearn.metrics</a:t>
            </a:r>
            <a:br>
              <a:rPr lang="en-US" sz="2800" dirty="0">
                <a:latin typeface="Arial" panose="020B0604020202020204" pitchFamily="34" charset="0"/>
                <a:cs typeface="Arial" panose="020B0604020202020204" pitchFamily="34" charset="0"/>
              </a:rPr>
            </a:br>
            <a:endParaRPr lang="en-IN" sz="28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998663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401BC9-E1AA-49A1-859A-AD5F097420E2}"/>
              </a:ext>
            </a:extLst>
          </p:cNvPr>
          <p:cNvSpPr>
            <a:spLocks noGrp="1"/>
          </p:cNvSpPr>
          <p:nvPr>
            <p:ph type="title"/>
          </p:nvPr>
        </p:nvSpPr>
        <p:spPr>
          <a:xfrm>
            <a:off x="646111" y="452718"/>
            <a:ext cx="9404723" cy="6405282"/>
          </a:xfrm>
        </p:spPr>
        <p:txBody>
          <a:bodyPr/>
          <a:lstStyle/>
          <a:p>
            <a:r>
              <a:rPr lang="en-IN" sz="4800" b="1" dirty="0">
                <a:latin typeface="Arial" panose="020B0604020202020204" pitchFamily="34" charset="0"/>
                <a:cs typeface="Arial" panose="020B0604020202020204" pitchFamily="34" charset="0"/>
              </a:rPr>
              <a:t>BLOCK DIAGRAM</a:t>
            </a:r>
          </a:p>
        </p:txBody>
      </p:sp>
      <p:pic>
        <p:nvPicPr>
          <p:cNvPr id="8" name="Picture 7">
            <a:extLst>
              <a:ext uri="{FF2B5EF4-FFF2-40B4-BE49-F238E27FC236}">
                <a16:creationId xmlns:a16="http://schemas.microsoft.com/office/drawing/2014/main" id="{85E18794-3FAA-48A7-8789-FE26F451D8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1078" y="1563773"/>
            <a:ext cx="6760473" cy="5108637"/>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35293596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A88457-6E08-4A28-A8E7-697BF158B965}"/>
              </a:ext>
            </a:extLst>
          </p:cNvPr>
          <p:cNvSpPr>
            <a:spLocks noGrp="1"/>
          </p:cNvSpPr>
          <p:nvPr>
            <p:ph type="title"/>
          </p:nvPr>
        </p:nvSpPr>
        <p:spPr>
          <a:xfrm>
            <a:off x="646111" y="452387"/>
            <a:ext cx="9404723" cy="1400861"/>
          </a:xfrm>
        </p:spPr>
        <p:txBody>
          <a:bodyPr/>
          <a:lstStyle/>
          <a:p>
            <a:r>
              <a:rPr lang="en-IN" sz="3600" b="1" dirty="0">
                <a:latin typeface="Arial" panose="020B0604020202020204" pitchFamily="34" charset="0"/>
                <a:cs typeface="Arial" panose="020B0604020202020204" pitchFamily="34" charset="0"/>
              </a:rPr>
              <a:t>CONCLUSION</a:t>
            </a:r>
          </a:p>
        </p:txBody>
      </p:sp>
      <p:sp>
        <p:nvSpPr>
          <p:cNvPr id="3" name="Content Placeholder 2">
            <a:extLst>
              <a:ext uri="{FF2B5EF4-FFF2-40B4-BE49-F238E27FC236}">
                <a16:creationId xmlns:a16="http://schemas.microsoft.com/office/drawing/2014/main" id="{A43499F0-9AC5-42E6-9B89-B755EA0D4590}"/>
              </a:ext>
            </a:extLst>
          </p:cNvPr>
          <p:cNvSpPr>
            <a:spLocks noGrp="1"/>
          </p:cNvSpPr>
          <p:nvPr>
            <p:ph idx="1"/>
          </p:nvPr>
        </p:nvSpPr>
        <p:spPr>
          <a:xfrm>
            <a:off x="267128" y="1171254"/>
            <a:ext cx="11924872" cy="5077145"/>
          </a:xfrm>
        </p:spPr>
        <p:txBody>
          <a:bodyPr>
            <a:noAutofit/>
          </a:bodyPr>
          <a:lstStyle/>
          <a:p>
            <a:r>
              <a:rPr lang="en-IN" sz="2800" dirty="0">
                <a:effectLst/>
                <a:latin typeface="Arial" panose="020B0604020202020204" pitchFamily="34" charset="0"/>
                <a:ea typeface="Calibri" panose="020F0502020204030204" pitchFamily="34" charset="0"/>
                <a:cs typeface="Arial" panose="020B0604020202020204" pitchFamily="34" charset="0"/>
              </a:rPr>
              <a:t>The machine learning methods can support the doctors to identify and cure diabetic diseases. </a:t>
            </a:r>
          </a:p>
          <a:p>
            <a:r>
              <a:rPr lang="en-IN" sz="2800" dirty="0">
                <a:effectLst/>
                <a:latin typeface="Arial" panose="020B0604020202020204" pitchFamily="34" charset="0"/>
                <a:ea typeface="Calibri" panose="020F0502020204030204" pitchFamily="34" charset="0"/>
                <a:cs typeface="Arial" panose="020B0604020202020204" pitchFamily="34" charset="0"/>
              </a:rPr>
              <a:t>We shall conclude that the improvement in classification accuracy helps to make the machine learning models get better results.</a:t>
            </a:r>
          </a:p>
          <a:p>
            <a:r>
              <a:rPr lang="en-IN" sz="2800" dirty="0">
                <a:effectLst/>
                <a:latin typeface="Arial" panose="020B0604020202020204" pitchFamily="34" charset="0"/>
                <a:ea typeface="Calibri" panose="020F0502020204030204" pitchFamily="34" charset="0"/>
                <a:cs typeface="Arial" panose="020B0604020202020204" pitchFamily="34" charset="0"/>
              </a:rPr>
              <a:t> The performance analysis is in terms of accuracy rate among all the classification techniques such as decision tree, logistic regression, k-nearest neighbours, naive bayes, and SVM , random forest , adaboost , xg boost. </a:t>
            </a:r>
          </a:p>
          <a:p>
            <a:r>
              <a:rPr lang="en-IN" sz="2800" dirty="0">
                <a:effectLst/>
                <a:latin typeface="Arial" panose="020B0604020202020204" pitchFamily="34" charset="0"/>
                <a:ea typeface="Calibri" panose="020F0502020204030204" pitchFamily="34" charset="0"/>
                <a:cs typeface="Arial" panose="020B0604020202020204" pitchFamily="34" charset="0"/>
              </a:rPr>
              <a:t>In future, if we get a large set of diabetic datasets, we can perform comparative analysis for analysing the performance of each algorithm as well as the Hybrid algorithm so that the best one can be applied for predictive analysis.</a:t>
            </a:r>
            <a:endParaRPr lang="en-IN" sz="2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676891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304C11-3681-45B1-AB06-5CA4687E5418}"/>
              </a:ext>
            </a:extLst>
          </p:cNvPr>
          <p:cNvSpPr>
            <a:spLocks noGrp="1"/>
          </p:cNvSpPr>
          <p:nvPr>
            <p:ph type="title"/>
          </p:nvPr>
        </p:nvSpPr>
        <p:spPr>
          <a:xfrm>
            <a:off x="646111" y="452718"/>
            <a:ext cx="9404723" cy="6081646"/>
          </a:xfrm>
        </p:spPr>
        <p:txBody>
          <a:bodyPr/>
          <a:lstStyle/>
          <a:p>
            <a:br>
              <a:rPr lang="en-IN" dirty="0"/>
            </a:br>
            <a:br>
              <a:rPr lang="en-IN" dirty="0"/>
            </a:br>
            <a:br>
              <a:rPr lang="en-IN" dirty="0"/>
            </a:br>
            <a:r>
              <a:rPr lang="en-IN" dirty="0"/>
              <a:t>              </a:t>
            </a:r>
            <a:br>
              <a:rPr lang="en-IN" dirty="0"/>
            </a:br>
            <a:r>
              <a:rPr lang="en-IN" dirty="0"/>
              <a:t>                 </a:t>
            </a:r>
            <a:r>
              <a:rPr lang="en-IN" sz="6600" b="1" dirty="0">
                <a:latin typeface="Arial" panose="020B0604020202020204" pitchFamily="34" charset="0"/>
                <a:cs typeface="Arial" panose="020B0604020202020204" pitchFamily="34" charset="0"/>
              </a:rPr>
              <a:t>THANK YOU</a:t>
            </a:r>
          </a:p>
        </p:txBody>
      </p:sp>
    </p:spTree>
    <p:extLst>
      <p:ext uri="{BB962C8B-B14F-4D97-AF65-F5344CB8AC3E}">
        <p14:creationId xmlns:p14="http://schemas.microsoft.com/office/powerpoint/2010/main" val="152974525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EC76B5"/>
      </a:hlink>
      <a:folHlink>
        <a:srgbClr val="E8ACCD"/>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A207AED3-9ABC-4A18-9978-A59B65688B15}"/>
    </a:ext>
  </a:extLst>
</a:theme>
</file>

<file path=docProps/app.xml><?xml version="1.0" encoding="utf-8"?>
<Properties xmlns="http://schemas.openxmlformats.org/officeDocument/2006/extended-properties" xmlns:vt="http://schemas.openxmlformats.org/officeDocument/2006/docPropsVTypes">
  <Template>Ion</Template>
  <TotalTime>2360</TotalTime>
  <Words>537</Words>
  <Application>Microsoft Office PowerPoint</Application>
  <PresentationFormat>Widescreen</PresentationFormat>
  <Paragraphs>145</Paragraphs>
  <Slides>13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Algerian</vt:lpstr>
      <vt:lpstr>Arial</vt:lpstr>
      <vt:lpstr>Calibri</vt:lpstr>
      <vt:lpstr>Century Gothic</vt:lpstr>
      <vt:lpstr>Wingdings</vt:lpstr>
      <vt:lpstr>Wingdings 3</vt:lpstr>
      <vt:lpstr>Ion</vt:lpstr>
      <vt:lpstr>         DIABETES       RECOGNITION</vt:lpstr>
      <vt:lpstr>PowerPoint Presentation</vt:lpstr>
      <vt:lpstr>           PRESENTATION FLOW</vt:lpstr>
      <vt:lpstr>            PROJECT OBJECTIVE</vt:lpstr>
      <vt:lpstr>                  DATASET SAMPLE</vt:lpstr>
      <vt:lpstr>                STEPS INVOLVED</vt:lpstr>
      <vt:lpstr>IMPORTING DATASET </vt:lpstr>
      <vt:lpstr>3. SPLITTING UP OF DATA  Requirements:  Import train _test_ spilt from sklearn .model_selection  Data is splitted into Training and Testing set based on size of the     </vt:lpstr>
      <vt:lpstr> 4. APPLYING ML ALGORITHM  Classification is the process of predicting the class of given data points . Classification predictive modeling is the task of approximating a mapping function(F) from input variables(X) to discrete output variables(Y).  &gt;Linear classifiers : Logistic regression  &gt;Nearest neighbor  &gt;Random forest. </vt:lpstr>
      <vt:lpstr>5.EVALUATION OF MODEL  Accuracy is a common evaluation metric for classification problems . It’s the number of correct predictions made as a ratio of  all predictions made.  REQUIREMENTS:  &gt;Import accuracy_score from sklearn.metrics </vt:lpstr>
      <vt:lpstr>BLOCK DIAGRAM</vt:lpstr>
      <vt:lpstr>CONCLUSION</vt:lpstr>
      <vt:lpstr>                                   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4</dc:title>
  <dc:creator>Disha DN</dc:creator>
  <cp:lastModifiedBy>nishmithaperdoor@gmail.com</cp:lastModifiedBy>
  <cp:revision>62</cp:revision>
  <dcterms:created xsi:type="dcterms:W3CDTF">2021-10-09T06:10:31Z</dcterms:created>
  <dcterms:modified xsi:type="dcterms:W3CDTF">2022-04-08T05:35:00Z</dcterms:modified>
</cp:coreProperties>
</file>